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handoutMasterIdLst>
    <p:handoutMasterId r:id="rId18"/>
  </p:handoutMasterIdLst>
  <p:sldIdLst>
    <p:sldId id="445" r:id="rId3"/>
    <p:sldId id="449" r:id="rId4"/>
    <p:sldId id="431" r:id="rId5"/>
    <p:sldId id="454" r:id="rId6"/>
    <p:sldId id="436" r:id="rId7"/>
    <p:sldId id="452" r:id="rId8"/>
    <p:sldId id="447" r:id="rId9"/>
    <p:sldId id="448" r:id="rId10"/>
    <p:sldId id="450" r:id="rId11"/>
    <p:sldId id="453" r:id="rId12"/>
    <p:sldId id="455" r:id="rId13"/>
    <p:sldId id="456" r:id="rId14"/>
    <p:sldId id="451"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E3E8"/>
    <a:srgbClr val="E81313"/>
    <a:srgbClr val="008573"/>
    <a:srgbClr val="0B70E8"/>
    <a:srgbClr val="FFFFFF"/>
    <a:srgbClr val="156082"/>
    <a:srgbClr val="E8E8E8"/>
    <a:srgbClr val="105CA0"/>
    <a:srgbClr val="0556A2"/>
    <a:srgbClr val="C0D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635BEC-361C-4411-8AD2-59741BCE8C9A}" v="76" dt="2025-11-11T19:24:18.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0912" autoAdjust="0"/>
  </p:normalViewPr>
  <p:slideViewPr>
    <p:cSldViewPr snapToGrid="0">
      <p:cViewPr varScale="1">
        <p:scale>
          <a:sx n="51" d="100"/>
          <a:sy n="51" d="100"/>
        </p:scale>
        <p:origin x="1256" y="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 Pellan" userId="3f7c0edb-e8ec-4a37-8825-7980f4e34b60" providerId="ADAL" clId="{E64EF7DF-7BE4-451B-A508-BA7383F8CB86}"/>
    <pc:docChg chg="undo redo custSel addSld delSld modSld sldOrd delMainMaster">
      <pc:chgData name="Marin Pellan" userId="3f7c0edb-e8ec-4a37-8825-7980f4e34b60" providerId="ADAL" clId="{E64EF7DF-7BE4-451B-A508-BA7383F8CB86}" dt="2025-10-08T20:55:33.659" v="1395" actId="20577"/>
      <pc:docMkLst>
        <pc:docMk/>
      </pc:docMkLst>
      <pc:sldChg chg="del">
        <pc:chgData name="Marin Pellan" userId="3f7c0edb-e8ec-4a37-8825-7980f4e34b60" providerId="ADAL" clId="{E64EF7DF-7BE4-451B-A508-BA7383F8CB86}" dt="2025-10-08T20:24:23.358" v="86" actId="47"/>
        <pc:sldMkLst>
          <pc:docMk/>
          <pc:sldMk cId="606441652" sldId="256"/>
        </pc:sldMkLst>
      </pc:sldChg>
      <pc:sldChg chg="del">
        <pc:chgData name="Marin Pellan" userId="3f7c0edb-e8ec-4a37-8825-7980f4e34b60" providerId="ADAL" clId="{E64EF7DF-7BE4-451B-A508-BA7383F8CB86}" dt="2025-10-08T20:24:23.358" v="86" actId="47"/>
        <pc:sldMkLst>
          <pc:docMk/>
          <pc:sldMk cId="1228958772" sldId="257"/>
        </pc:sldMkLst>
      </pc:sldChg>
      <pc:sldChg chg="del">
        <pc:chgData name="Marin Pellan" userId="3f7c0edb-e8ec-4a37-8825-7980f4e34b60" providerId="ADAL" clId="{E64EF7DF-7BE4-451B-A508-BA7383F8CB86}" dt="2025-10-01T13:51:45.175" v="81" actId="47"/>
        <pc:sldMkLst>
          <pc:docMk/>
          <pc:sldMk cId="2570531176" sldId="261"/>
        </pc:sldMkLst>
      </pc:sldChg>
      <pc:sldChg chg="del">
        <pc:chgData name="Marin Pellan" userId="3f7c0edb-e8ec-4a37-8825-7980f4e34b60" providerId="ADAL" clId="{E64EF7DF-7BE4-451B-A508-BA7383F8CB86}" dt="2025-10-08T20:24:23.358" v="86" actId="47"/>
        <pc:sldMkLst>
          <pc:docMk/>
          <pc:sldMk cId="1103480395" sldId="262"/>
        </pc:sldMkLst>
      </pc:sldChg>
      <pc:sldChg chg="add">
        <pc:chgData name="Marin Pellan" userId="3f7c0edb-e8ec-4a37-8825-7980f4e34b60" providerId="ADAL" clId="{E64EF7DF-7BE4-451B-A508-BA7383F8CB86}" dt="2025-10-01T13:51:43.382" v="80"/>
        <pc:sldMkLst>
          <pc:docMk/>
          <pc:sldMk cId="0" sldId="270"/>
        </pc:sldMkLst>
      </pc:sldChg>
      <pc:sldChg chg="add">
        <pc:chgData name="Marin Pellan" userId="3f7c0edb-e8ec-4a37-8825-7980f4e34b60" providerId="ADAL" clId="{E64EF7DF-7BE4-451B-A508-BA7383F8CB86}" dt="2025-10-01T13:52:53.665" v="82"/>
        <pc:sldMkLst>
          <pc:docMk/>
          <pc:sldMk cId="2349821728" sldId="303"/>
        </pc:sldMkLst>
      </pc:sldChg>
      <pc:sldChg chg="add">
        <pc:chgData name="Marin Pellan" userId="3f7c0edb-e8ec-4a37-8825-7980f4e34b60" providerId="ADAL" clId="{E64EF7DF-7BE4-451B-A508-BA7383F8CB86}" dt="2025-10-01T13:52:53.665" v="82"/>
        <pc:sldMkLst>
          <pc:docMk/>
          <pc:sldMk cId="2638107343" sldId="304"/>
        </pc:sldMkLst>
      </pc:sldChg>
      <pc:sldChg chg="add">
        <pc:chgData name="Marin Pellan" userId="3f7c0edb-e8ec-4a37-8825-7980f4e34b60" providerId="ADAL" clId="{E64EF7DF-7BE4-451B-A508-BA7383F8CB86}" dt="2025-10-01T13:52:53.665" v="82"/>
        <pc:sldMkLst>
          <pc:docMk/>
          <pc:sldMk cId="2058298649" sldId="305"/>
        </pc:sldMkLst>
      </pc:sldChg>
      <pc:sldChg chg="add">
        <pc:chgData name="Marin Pellan" userId="3f7c0edb-e8ec-4a37-8825-7980f4e34b60" providerId="ADAL" clId="{E64EF7DF-7BE4-451B-A508-BA7383F8CB86}" dt="2025-10-01T13:52:53.665" v="82"/>
        <pc:sldMkLst>
          <pc:docMk/>
          <pc:sldMk cId="2867293896" sldId="325"/>
        </pc:sldMkLst>
      </pc:sldChg>
      <pc:sldChg chg="add">
        <pc:chgData name="Marin Pellan" userId="3f7c0edb-e8ec-4a37-8825-7980f4e34b60" providerId="ADAL" clId="{E64EF7DF-7BE4-451B-A508-BA7383F8CB86}" dt="2025-10-01T13:52:53.665" v="82"/>
        <pc:sldMkLst>
          <pc:docMk/>
          <pc:sldMk cId="1632331363" sldId="326"/>
        </pc:sldMkLst>
      </pc:sldChg>
      <pc:sldChg chg="add">
        <pc:chgData name="Marin Pellan" userId="3f7c0edb-e8ec-4a37-8825-7980f4e34b60" providerId="ADAL" clId="{E64EF7DF-7BE4-451B-A508-BA7383F8CB86}" dt="2025-10-01T13:53:09.531" v="83"/>
        <pc:sldMkLst>
          <pc:docMk/>
          <pc:sldMk cId="4013287340" sldId="335"/>
        </pc:sldMkLst>
      </pc:sldChg>
      <pc:sldChg chg="add del">
        <pc:chgData name="Marin Pellan" userId="3f7c0edb-e8ec-4a37-8825-7980f4e34b60" providerId="ADAL" clId="{E64EF7DF-7BE4-451B-A508-BA7383F8CB86}" dt="2025-10-08T20:32:43.310" v="668" actId="47"/>
        <pc:sldMkLst>
          <pc:docMk/>
          <pc:sldMk cId="817547795" sldId="367"/>
        </pc:sldMkLst>
      </pc:sldChg>
      <pc:sldChg chg="del">
        <pc:chgData name="Marin Pellan" userId="3f7c0edb-e8ec-4a37-8825-7980f4e34b60" providerId="ADAL" clId="{E64EF7DF-7BE4-451B-A508-BA7383F8CB86}" dt="2025-10-01T13:51:33.616" v="79" actId="47"/>
        <pc:sldMkLst>
          <pc:docMk/>
          <pc:sldMk cId="2903805211" sldId="370"/>
        </pc:sldMkLst>
      </pc:sldChg>
      <pc:sldChg chg="add">
        <pc:chgData name="Marin Pellan" userId="3f7c0edb-e8ec-4a37-8825-7980f4e34b60" providerId="ADAL" clId="{E64EF7DF-7BE4-451B-A508-BA7383F8CB86}" dt="2025-10-01T13:53:33.435" v="84"/>
        <pc:sldMkLst>
          <pc:docMk/>
          <pc:sldMk cId="1730323172" sldId="372"/>
        </pc:sldMkLst>
      </pc:sldChg>
      <pc:sldChg chg="add del">
        <pc:chgData name="Marin Pellan" userId="3f7c0edb-e8ec-4a37-8825-7980f4e34b60" providerId="ADAL" clId="{E64EF7DF-7BE4-451B-A508-BA7383F8CB86}" dt="2025-10-08T20:32:43.310" v="668" actId="47"/>
        <pc:sldMkLst>
          <pc:docMk/>
          <pc:sldMk cId="86376978" sldId="390"/>
        </pc:sldMkLst>
      </pc:sldChg>
      <pc:sldChg chg="addSp delSp modSp mod modNotesTx">
        <pc:chgData name="Marin Pellan" userId="3f7c0edb-e8ec-4a37-8825-7980f4e34b60" providerId="ADAL" clId="{E64EF7DF-7BE4-451B-A508-BA7383F8CB86}" dt="2025-10-08T20:31:47.200" v="666" actId="20577"/>
        <pc:sldMkLst>
          <pc:docMk/>
          <pc:sldMk cId="4043357937" sldId="391"/>
        </pc:sldMkLst>
      </pc:sldChg>
      <pc:sldChg chg="add del setBg">
        <pc:chgData name="Marin Pellan" userId="3f7c0edb-e8ec-4a37-8825-7980f4e34b60" providerId="ADAL" clId="{E64EF7DF-7BE4-451B-A508-BA7383F8CB86}" dt="2025-10-08T20:32:43.310" v="668" actId="47"/>
        <pc:sldMkLst>
          <pc:docMk/>
          <pc:sldMk cId="2948469103" sldId="397"/>
        </pc:sldMkLst>
      </pc:sldChg>
      <pc:sldChg chg="add">
        <pc:chgData name="Marin Pellan" userId="3f7c0edb-e8ec-4a37-8825-7980f4e34b60" providerId="ADAL" clId="{E64EF7DF-7BE4-451B-A508-BA7383F8CB86}" dt="2025-10-01T13:40:33.379" v="76"/>
        <pc:sldMkLst>
          <pc:docMk/>
          <pc:sldMk cId="3346293099" sldId="398"/>
        </pc:sldMkLst>
      </pc:sldChg>
      <pc:sldChg chg="delSp modSp mod delAnim">
        <pc:chgData name="Marin Pellan" userId="3f7c0edb-e8ec-4a37-8825-7980f4e34b60" providerId="ADAL" clId="{E64EF7DF-7BE4-451B-A508-BA7383F8CB86}" dt="2025-10-08T20:37:49.779" v="955" actId="20577"/>
        <pc:sldMkLst>
          <pc:docMk/>
          <pc:sldMk cId="1467711091" sldId="406"/>
        </pc:sldMkLst>
      </pc:sldChg>
      <pc:sldChg chg="modSp mod">
        <pc:chgData name="Marin Pellan" userId="3f7c0edb-e8ec-4a37-8825-7980f4e34b60" providerId="ADAL" clId="{E64EF7DF-7BE4-451B-A508-BA7383F8CB86}" dt="2025-10-08T20:34:54.278" v="710" actId="20577"/>
        <pc:sldMkLst>
          <pc:docMk/>
          <pc:sldMk cId="1470467540" sldId="419"/>
        </pc:sldMkLst>
      </pc:sldChg>
      <pc:sldChg chg="delSp modSp mod modAnim">
        <pc:chgData name="Marin Pellan" userId="3f7c0edb-e8ec-4a37-8825-7980f4e34b60" providerId="ADAL" clId="{E64EF7DF-7BE4-451B-A508-BA7383F8CB86}" dt="2025-10-08T20:32:18.821" v="667" actId="478"/>
        <pc:sldMkLst>
          <pc:docMk/>
          <pc:sldMk cId="3853266565" sldId="426"/>
        </pc:sldMkLst>
      </pc:sldChg>
      <pc:sldChg chg="modSp mod">
        <pc:chgData name="Marin Pellan" userId="3f7c0edb-e8ec-4a37-8825-7980f4e34b60" providerId="ADAL" clId="{E64EF7DF-7BE4-451B-A508-BA7383F8CB86}" dt="2025-10-08T20:33:33.297" v="709" actId="20577"/>
        <pc:sldMkLst>
          <pc:docMk/>
          <pc:sldMk cId="2973935453" sldId="428"/>
        </pc:sldMkLst>
      </pc:sldChg>
      <pc:sldChg chg="modSp mod">
        <pc:chgData name="Marin Pellan" userId="3f7c0edb-e8ec-4a37-8825-7980f4e34b60" providerId="ADAL" clId="{E64EF7DF-7BE4-451B-A508-BA7383F8CB86}" dt="2025-10-08T20:47:36.410" v="1361" actId="20577"/>
        <pc:sldMkLst>
          <pc:docMk/>
          <pc:sldMk cId="2299162495" sldId="430"/>
        </pc:sldMkLst>
      </pc:sldChg>
      <pc:sldChg chg="del">
        <pc:chgData name="Marin Pellan" userId="3f7c0edb-e8ec-4a37-8825-7980f4e34b60" providerId="ADAL" clId="{E64EF7DF-7BE4-451B-A508-BA7383F8CB86}" dt="2025-10-08T20:32:43.310" v="668" actId="47"/>
        <pc:sldMkLst>
          <pc:docMk/>
          <pc:sldMk cId="3160168384" sldId="437"/>
        </pc:sldMkLst>
      </pc:sldChg>
      <pc:sldChg chg="del">
        <pc:chgData name="Marin Pellan" userId="3f7c0edb-e8ec-4a37-8825-7980f4e34b60" providerId="ADAL" clId="{E64EF7DF-7BE4-451B-A508-BA7383F8CB86}" dt="2025-10-08T20:32:43.310" v="668" actId="47"/>
        <pc:sldMkLst>
          <pc:docMk/>
          <pc:sldMk cId="4293845408" sldId="438"/>
        </pc:sldMkLst>
      </pc:sldChg>
      <pc:sldChg chg="del">
        <pc:chgData name="Marin Pellan" userId="3f7c0edb-e8ec-4a37-8825-7980f4e34b60" providerId="ADAL" clId="{E64EF7DF-7BE4-451B-A508-BA7383F8CB86}" dt="2025-10-08T20:32:43.310" v="668" actId="47"/>
        <pc:sldMkLst>
          <pc:docMk/>
          <pc:sldMk cId="891402164" sldId="441"/>
        </pc:sldMkLst>
      </pc:sldChg>
      <pc:sldChg chg="del">
        <pc:chgData name="Marin Pellan" userId="3f7c0edb-e8ec-4a37-8825-7980f4e34b60" providerId="ADAL" clId="{E64EF7DF-7BE4-451B-A508-BA7383F8CB86}" dt="2025-10-08T20:32:43.310" v="668" actId="47"/>
        <pc:sldMkLst>
          <pc:docMk/>
          <pc:sldMk cId="573316661" sldId="442"/>
        </pc:sldMkLst>
      </pc:sldChg>
      <pc:sldChg chg="del">
        <pc:chgData name="Marin Pellan" userId="3f7c0edb-e8ec-4a37-8825-7980f4e34b60" providerId="ADAL" clId="{E64EF7DF-7BE4-451B-A508-BA7383F8CB86}" dt="2025-10-08T20:32:43.310" v="668" actId="47"/>
        <pc:sldMkLst>
          <pc:docMk/>
          <pc:sldMk cId="867276565" sldId="444"/>
        </pc:sldMkLst>
      </pc:sldChg>
      <pc:sldChg chg="addSp delSp modSp add mod">
        <pc:chgData name="Marin Pellan" userId="3f7c0edb-e8ec-4a37-8825-7980f4e34b60" providerId="ADAL" clId="{E64EF7DF-7BE4-451B-A508-BA7383F8CB86}" dt="2025-10-08T20:55:33.659" v="1395" actId="20577"/>
        <pc:sldMkLst>
          <pc:docMk/>
          <pc:sldMk cId="0" sldId="445"/>
        </pc:sldMkLst>
      </pc:sldChg>
      <pc:sldChg chg="delSp modSp add mod ord modNotesTx">
        <pc:chgData name="Marin Pellan" userId="3f7c0edb-e8ec-4a37-8825-7980f4e34b60" providerId="ADAL" clId="{E64EF7DF-7BE4-451B-A508-BA7383F8CB86}" dt="2025-10-08T20:33:00.010" v="695" actId="20577"/>
        <pc:sldMkLst>
          <pc:docMk/>
          <pc:sldMk cId="1236594075" sldId="446"/>
        </pc:sldMkLst>
      </pc:sldChg>
      <pc:sldChg chg="modSp add mod">
        <pc:chgData name="Marin Pellan" userId="3f7c0edb-e8ec-4a37-8825-7980f4e34b60" providerId="ADAL" clId="{E64EF7DF-7BE4-451B-A508-BA7383F8CB86}" dt="2025-10-08T20:33:13.501" v="699" actId="20577"/>
        <pc:sldMkLst>
          <pc:docMk/>
          <pc:sldMk cId="283390198" sldId="447"/>
        </pc:sldMkLst>
      </pc:sldChg>
      <pc:sldChg chg="delSp modSp add mod modNotesTx">
        <pc:chgData name="Marin Pellan" userId="3f7c0edb-e8ec-4a37-8825-7980f4e34b60" providerId="ADAL" clId="{E64EF7DF-7BE4-451B-A508-BA7383F8CB86}" dt="2025-10-08T20:38:55.261" v="956" actId="478"/>
        <pc:sldMkLst>
          <pc:docMk/>
          <pc:sldMk cId="1282596367" sldId="448"/>
        </pc:sldMkLst>
      </pc:sldChg>
      <pc:sldChg chg="addSp delSp modSp add mod ord">
        <pc:chgData name="Marin Pellan" userId="3f7c0edb-e8ec-4a37-8825-7980f4e34b60" providerId="ADAL" clId="{E64EF7DF-7BE4-451B-A508-BA7383F8CB86}" dt="2025-10-08T20:47:17.221" v="1322" actId="313"/>
        <pc:sldMkLst>
          <pc:docMk/>
          <pc:sldMk cId="3182802416" sldId="449"/>
        </pc:sldMkLst>
      </pc:sldChg>
      <pc:sldChg chg="addSp delSp modSp add mod">
        <pc:chgData name="Marin Pellan" userId="3f7c0edb-e8ec-4a37-8825-7980f4e34b60" providerId="ADAL" clId="{E64EF7DF-7BE4-451B-A508-BA7383F8CB86}" dt="2025-10-08T20:54:30.698" v="1386" actId="1076"/>
        <pc:sldMkLst>
          <pc:docMk/>
          <pc:sldMk cId="1197619097" sldId="450"/>
        </pc:sldMkLst>
      </pc:sldChg>
      <pc:sldMasterChg chg="del delSldLayout">
        <pc:chgData name="Marin Pellan" userId="3f7c0edb-e8ec-4a37-8825-7980f4e34b60" providerId="ADAL" clId="{E64EF7DF-7BE4-451B-A508-BA7383F8CB86}" dt="2025-10-01T13:51:33.616" v="79" actId="47"/>
        <pc:sldMasterMkLst>
          <pc:docMk/>
          <pc:sldMasterMk cId="1748911550" sldId="2147483675"/>
        </pc:sldMasterMkLst>
        <pc:sldLayoutChg chg="del">
          <pc:chgData name="Marin Pellan" userId="3f7c0edb-e8ec-4a37-8825-7980f4e34b60" providerId="ADAL" clId="{E64EF7DF-7BE4-451B-A508-BA7383F8CB86}" dt="2025-10-01T13:51:33.616" v="79" actId="47"/>
          <pc:sldLayoutMkLst>
            <pc:docMk/>
            <pc:sldMasterMk cId="1748911550" sldId="2147483675"/>
            <pc:sldLayoutMk cId="1321214104" sldId="2147483676"/>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1370075549" sldId="2147483677"/>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3815777093" sldId="2147483678"/>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1899816422" sldId="2147483679"/>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4260300115" sldId="2147483680"/>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1606765618" sldId="2147483681"/>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1717930068" sldId="2147483682"/>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3659019718" sldId="2147483683"/>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3247916119" sldId="2147483684"/>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2129945451" sldId="2147483685"/>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2437013517" sldId="2147483686"/>
          </pc:sldLayoutMkLst>
        </pc:sldLayoutChg>
        <pc:sldLayoutChg chg="del">
          <pc:chgData name="Marin Pellan" userId="3f7c0edb-e8ec-4a37-8825-7980f4e34b60" providerId="ADAL" clId="{E64EF7DF-7BE4-451B-A508-BA7383F8CB86}" dt="2025-10-01T13:51:33.616" v="79" actId="47"/>
          <pc:sldLayoutMkLst>
            <pc:docMk/>
            <pc:sldMasterMk cId="1748911550" sldId="2147483675"/>
            <pc:sldLayoutMk cId="1230397598" sldId="2147483687"/>
          </pc:sldLayoutMkLst>
        </pc:sldLayoutChg>
      </pc:sldMasterChg>
    </pc:docChg>
  </pc:docChgLst>
  <pc:docChgLst>
    <pc:chgData name="Marin Pellan" userId="3f7c0edb-e8ec-4a37-8825-7980f4e34b60" providerId="ADAL" clId="{8933617A-6A37-414A-8E09-9C6B98F6846B}"/>
    <pc:docChg chg="undo redo custSel addSld delSld modSld sldOrd">
      <pc:chgData name="Marin Pellan" userId="3f7c0edb-e8ec-4a37-8825-7980f4e34b60" providerId="ADAL" clId="{8933617A-6A37-414A-8E09-9C6B98F6846B}" dt="2025-11-11T19:25:08.189" v="8059" actId="20577"/>
      <pc:docMkLst>
        <pc:docMk/>
      </pc:docMkLst>
      <pc:sldChg chg="del">
        <pc:chgData name="Marin Pellan" userId="3f7c0edb-e8ec-4a37-8825-7980f4e34b60" providerId="ADAL" clId="{8933617A-6A37-414A-8E09-9C6B98F6846B}" dt="2025-10-16T13:42:58.273" v="2473" actId="47"/>
        <pc:sldMkLst>
          <pc:docMk/>
          <pc:sldMk cId="2349821728" sldId="303"/>
        </pc:sldMkLst>
      </pc:sldChg>
      <pc:sldChg chg="del">
        <pc:chgData name="Marin Pellan" userId="3f7c0edb-e8ec-4a37-8825-7980f4e34b60" providerId="ADAL" clId="{8933617A-6A37-414A-8E09-9C6B98F6846B}" dt="2025-10-16T13:42:59.147" v="2474" actId="47"/>
        <pc:sldMkLst>
          <pc:docMk/>
          <pc:sldMk cId="2638107343" sldId="304"/>
        </pc:sldMkLst>
      </pc:sldChg>
      <pc:sldChg chg="del">
        <pc:chgData name="Marin Pellan" userId="3f7c0edb-e8ec-4a37-8825-7980f4e34b60" providerId="ADAL" clId="{8933617A-6A37-414A-8E09-9C6B98F6846B}" dt="2025-11-11T14:48:32.833" v="5240" actId="47"/>
        <pc:sldMkLst>
          <pc:docMk/>
          <pc:sldMk cId="2058298649" sldId="305"/>
        </pc:sldMkLst>
      </pc:sldChg>
      <pc:sldChg chg="del">
        <pc:chgData name="Marin Pellan" userId="3f7c0edb-e8ec-4a37-8825-7980f4e34b60" providerId="ADAL" clId="{8933617A-6A37-414A-8E09-9C6B98F6846B}" dt="2025-10-16T13:42:50.603" v="2472" actId="47"/>
        <pc:sldMkLst>
          <pc:docMk/>
          <pc:sldMk cId="2867293896" sldId="325"/>
        </pc:sldMkLst>
      </pc:sldChg>
      <pc:sldChg chg="del">
        <pc:chgData name="Marin Pellan" userId="3f7c0edb-e8ec-4a37-8825-7980f4e34b60" providerId="ADAL" clId="{8933617A-6A37-414A-8E09-9C6B98F6846B}" dt="2025-11-11T14:48:32.833" v="5240" actId="47"/>
        <pc:sldMkLst>
          <pc:docMk/>
          <pc:sldMk cId="1632331363" sldId="326"/>
        </pc:sldMkLst>
      </pc:sldChg>
      <pc:sldChg chg="del">
        <pc:chgData name="Marin Pellan" userId="3f7c0edb-e8ec-4a37-8825-7980f4e34b60" providerId="ADAL" clId="{8933617A-6A37-414A-8E09-9C6B98F6846B}" dt="2025-10-16T13:42:38.328" v="2471" actId="47"/>
        <pc:sldMkLst>
          <pc:docMk/>
          <pc:sldMk cId="4013287340" sldId="335"/>
        </pc:sldMkLst>
      </pc:sldChg>
      <pc:sldChg chg="del">
        <pc:chgData name="Marin Pellan" userId="3f7c0edb-e8ec-4a37-8825-7980f4e34b60" providerId="ADAL" clId="{8933617A-6A37-414A-8E09-9C6B98F6846B}" dt="2025-11-11T14:48:32.833" v="5240" actId="47"/>
        <pc:sldMkLst>
          <pc:docMk/>
          <pc:sldMk cId="1730323172" sldId="372"/>
        </pc:sldMkLst>
      </pc:sldChg>
      <pc:sldChg chg="del ord">
        <pc:chgData name="Marin Pellan" userId="3f7c0edb-e8ec-4a37-8825-7980f4e34b60" providerId="ADAL" clId="{8933617A-6A37-414A-8E09-9C6B98F6846B}" dt="2025-11-11T16:26:46.957" v="7119" actId="47"/>
        <pc:sldMkLst>
          <pc:docMk/>
          <pc:sldMk cId="4043357937" sldId="391"/>
        </pc:sldMkLst>
      </pc:sldChg>
      <pc:sldChg chg="del mod ord modShow">
        <pc:chgData name="Marin Pellan" userId="3f7c0edb-e8ec-4a37-8825-7980f4e34b60" providerId="ADAL" clId="{8933617A-6A37-414A-8E09-9C6B98F6846B}" dt="2025-11-11T14:48:32.833" v="5240" actId="47"/>
        <pc:sldMkLst>
          <pc:docMk/>
          <pc:sldMk cId="3346293099" sldId="398"/>
        </pc:sldMkLst>
      </pc:sldChg>
      <pc:sldChg chg="delSp modSp del mod">
        <pc:chgData name="Marin Pellan" userId="3f7c0edb-e8ec-4a37-8825-7980f4e34b60" providerId="ADAL" clId="{8933617A-6A37-414A-8E09-9C6B98F6846B}" dt="2025-11-11T14:48:44.202" v="5241" actId="47"/>
        <pc:sldMkLst>
          <pc:docMk/>
          <pc:sldMk cId="1467711091" sldId="406"/>
        </pc:sldMkLst>
      </pc:sldChg>
      <pc:sldChg chg="del modNotesTx">
        <pc:chgData name="Marin Pellan" userId="3f7c0edb-e8ec-4a37-8825-7980f4e34b60" providerId="ADAL" clId="{8933617A-6A37-414A-8E09-9C6B98F6846B}" dt="2025-11-11T14:48:44.202" v="5241" actId="47"/>
        <pc:sldMkLst>
          <pc:docMk/>
          <pc:sldMk cId="1812626074" sldId="415"/>
        </pc:sldMkLst>
      </pc:sldChg>
      <pc:sldChg chg="del">
        <pc:chgData name="Marin Pellan" userId="3f7c0edb-e8ec-4a37-8825-7980f4e34b60" providerId="ADAL" clId="{8933617A-6A37-414A-8E09-9C6B98F6846B}" dt="2025-11-11T14:48:44.202" v="5241" actId="47"/>
        <pc:sldMkLst>
          <pc:docMk/>
          <pc:sldMk cId="4262552753" sldId="417"/>
        </pc:sldMkLst>
      </pc:sldChg>
      <pc:sldChg chg="del">
        <pc:chgData name="Marin Pellan" userId="3f7c0edb-e8ec-4a37-8825-7980f4e34b60" providerId="ADAL" clId="{8933617A-6A37-414A-8E09-9C6B98F6846B}" dt="2025-11-11T14:48:44.202" v="5241" actId="47"/>
        <pc:sldMkLst>
          <pc:docMk/>
          <pc:sldMk cId="1470467540" sldId="419"/>
        </pc:sldMkLst>
      </pc:sldChg>
      <pc:sldChg chg="del modNotesTx">
        <pc:chgData name="Marin Pellan" userId="3f7c0edb-e8ec-4a37-8825-7980f4e34b60" providerId="ADAL" clId="{8933617A-6A37-414A-8E09-9C6B98F6846B}" dt="2025-11-11T14:48:44.202" v="5241" actId="47"/>
        <pc:sldMkLst>
          <pc:docMk/>
          <pc:sldMk cId="1293942017" sldId="422"/>
        </pc:sldMkLst>
      </pc:sldChg>
      <pc:sldChg chg="addSp delSp modSp del mod delAnim modAnim">
        <pc:chgData name="Marin Pellan" userId="3f7c0edb-e8ec-4a37-8825-7980f4e34b60" providerId="ADAL" clId="{8933617A-6A37-414A-8E09-9C6B98F6846B}" dt="2025-11-11T14:48:44.202" v="5241" actId="47"/>
        <pc:sldMkLst>
          <pc:docMk/>
          <pc:sldMk cId="3853266565" sldId="426"/>
        </pc:sldMkLst>
      </pc:sldChg>
      <pc:sldChg chg="del">
        <pc:chgData name="Marin Pellan" userId="3f7c0edb-e8ec-4a37-8825-7980f4e34b60" providerId="ADAL" clId="{8933617A-6A37-414A-8E09-9C6B98F6846B}" dt="2025-11-11T14:48:44.202" v="5241" actId="47"/>
        <pc:sldMkLst>
          <pc:docMk/>
          <pc:sldMk cId="2973935453" sldId="428"/>
        </pc:sldMkLst>
      </pc:sldChg>
      <pc:sldChg chg="del">
        <pc:chgData name="Marin Pellan" userId="3f7c0edb-e8ec-4a37-8825-7980f4e34b60" providerId="ADAL" clId="{8933617A-6A37-414A-8E09-9C6B98F6846B}" dt="2025-11-11T14:48:44.202" v="5241" actId="47"/>
        <pc:sldMkLst>
          <pc:docMk/>
          <pc:sldMk cId="705079609" sldId="429"/>
        </pc:sldMkLst>
      </pc:sldChg>
      <pc:sldChg chg="delSp modSp mod modNotesTx">
        <pc:chgData name="Marin Pellan" userId="3f7c0edb-e8ec-4a37-8825-7980f4e34b60" providerId="ADAL" clId="{8933617A-6A37-414A-8E09-9C6B98F6846B}" dt="2025-11-11T15:09:15.293" v="6222" actId="20577"/>
        <pc:sldMkLst>
          <pc:docMk/>
          <pc:sldMk cId="4161985671" sldId="431"/>
        </pc:sldMkLst>
        <pc:spChg chg="mod">
          <ac:chgData name="Marin Pellan" userId="3f7c0edb-e8ec-4a37-8825-7980f4e34b60" providerId="ADAL" clId="{8933617A-6A37-414A-8E09-9C6B98F6846B}" dt="2025-11-11T15:09:15.293" v="6222" actId="20577"/>
          <ac:spMkLst>
            <pc:docMk/>
            <pc:sldMk cId="4161985671" sldId="431"/>
            <ac:spMk id="237" creationId="{DDB29FB0-4BD7-2191-0A73-7699A7D64153}"/>
          </ac:spMkLst>
        </pc:spChg>
        <pc:spChg chg="mod">
          <ac:chgData name="Marin Pellan" userId="3f7c0edb-e8ec-4a37-8825-7980f4e34b60" providerId="ADAL" clId="{8933617A-6A37-414A-8E09-9C6B98F6846B}" dt="2025-11-11T15:01:44.999" v="5581" actId="20577"/>
          <ac:spMkLst>
            <pc:docMk/>
            <pc:sldMk cId="4161985671" sldId="431"/>
            <ac:spMk id="238" creationId="{72C9F45C-FEB8-4243-9451-D90222D29C83}"/>
          </ac:spMkLst>
        </pc:spChg>
        <pc:picChg chg="del mod">
          <ac:chgData name="Marin Pellan" userId="3f7c0edb-e8ec-4a37-8825-7980f4e34b60" providerId="ADAL" clId="{8933617A-6A37-414A-8E09-9C6B98F6846B}" dt="2025-11-11T14:48:51.482" v="5243" actId="478"/>
          <ac:picMkLst>
            <pc:docMk/>
            <pc:sldMk cId="4161985671" sldId="431"/>
            <ac:picMk id="2" creationId="{A45763CE-1DBA-BEEF-1692-30C10E8B5038}"/>
          </ac:picMkLst>
        </pc:picChg>
        <pc:picChg chg="del mod">
          <ac:chgData name="Marin Pellan" userId="3f7c0edb-e8ec-4a37-8825-7980f4e34b60" providerId="ADAL" clId="{8933617A-6A37-414A-8E09-9C6B98F6846B}" dt="2025-11-11T14:48:58.909" v="5249" actId="478"/>
          <ac:picMkLst>
            <pc:docMk/>
            <pc:sldMk cId="4161985671" sldId="431"/>
            <ac:picMk id="3" creationId="{CC3B833D-6E26-27AE-5055-330D9DC70607}"/>
          </ac:picMkLst>
        </pc:picChg>
        <pc:picChg chg="del">
          <ac:chgData name="Marin Pellan" userId="3f7c0edb-e8ec-4a37-8825-7980f4e34b60" providerId="ADAL" clId="{8933617A-6A37-414A-8E09-9C6B98F6846B}" dt="2025-11-11T14:48:52.105" v="5244" actId="478"/>
          <ac:picMkLst>
            <pc:docMk/>
            <pc:sldMk cId="4161985671" sldId="431"/>
            <ac:picMk id="5" creationId="{BDE70230-E4AF-58AE-1324-28B490B9D4DF}"/>
          </ac:picMkLst>
        </pc:picChg>
        <pc:picChg chg="del">
          <ac:chgData name="Marin Pellan" userId="3f7c0edb-e8ec-4a37-8825-7980f4e34b60" providerId="ADAL" clId="{8933617A-6A37-414A-8E09-9C6B98F6846B}" dt="2025-11-11T14:48:58.243" v="5248" actId="478"/>
          <ac:picMkLst>
            <pc:docMk/>
            <pc:sldMk cId="4161985671" sldId="431"/>
            <ac:picMk id="11" creationId="{0A43D6C9-DEB0-66DE-63CA-5DA1E206DBE7}"/>
          </ac:picMkLst>
        </pc:picChg>
      </pc:sldChg>
      <pc:sldChg chg="modSp del mod">
        <pc:chgData name="Marin Pellan" userId="3f7c0edb-e8ec-4a37-8825-7980f4e34b60" providerId="ADAL" clId="{8933617A-6A37-414A-8E09-9C6B98F6846B}" dt="2025-11-11T14:48:44.202" v="5241" actId="47"/>
        <pc:sldMkLst>
          <pc:docMk/>
          <pc:sldMk cId="2763501818" sldId="432"/>
        </pc:sldMkLst>
      </pc:sldChg>
      <pc:sldChg chg="addSp modSp del mod modAnim">
        <pc:chgData name="Marin Pellan" userId="3f7c0edb-e8ec-4a37-8825-7980f4e34b60" providerId="ADAL" clId="{8933617A-6A37-414A-8E09-9C6B98F6846B}" dt="2025-11-11T14:48:44.202" v="5241" actId="47"/>
        <pc:sldMkLst>
          <pc:docMk/>
          <pc:sldMk cId="2076818017" sldId="433"/>
        </pc:sldMkLst>
      </pc:sldChg>
      <pc:sldChg chg="addSp delSp modSp mod modNotesTx">
        <pc:chgData name="Marin Pellan" userId="3f7c0edb-e8ec-4a37-8825-7980f4e34b60" providerId="ADAL" clId="{8933617A-6A37-414A-8E09-9C6B98F6846B}" dt="2025-11-11T18:22:34.871" v="7446" actId="1076"/>
        <pc:sldMkLst>
          <pc:docMk/>
          <pc:sldMk cId="710984557" sldId="436"/>
        </pc:sldMkLst>
        <pc:spChg chg="add del mod">
          <ac:chgData name="Marin Pellan" userId="3f7c0edb-e8ec-4a37-8825-7980f4e34b60" providerId="ADAL" clId="{8933617A-6A37-414A-8E09-9C6B98F6846B}" dt="2025-11-11T14:49:15.127" v="5253" actId="478"/>
          <ac:spMkLst>
            <pc:docMk/>
            <pc:sldMk cId="710984557" sldId="436"/>
            <ac:spMk id="6" creationId="{3B6B1DE7-0EE0-E1FA-E305-586E6905FB48}"/>
          </ac:spMkLst>
        </pc:spChg>
        <pc:spChg chg="add mod">
          <ac:chgData name="Marin Pellan" userId="3f7c0edb-e8ec-4a37-8825-7980f4e34b60" providerId="ADAL" clId="{8933617A-6A37-414A-8E09-9C6B98F6846B}" dt="2025-11-11T18:22:31.844" v="7445" actId="114"/>
          <ac:spMkLst>
            <pc:docMk/>
            <pc:sldMk cId="710984557" sldId="436"/>
            <ac:spMk id="16" creationId="{4246AB48-6FFE-CCF7-FD10-C59CD5A0606F}"/>
          </ac:spMkLst>
        </pc:spChg>
        <pc:spChg chg="del mod">
          <ac:chgData name="Marin Pellan" userId="3f7c0edb-e8ec-4a37-8825-7980f4e34b60" providerId="ADAL" clId="{8933617A-6A37-414A-8E09-9C6B98F6846B}" dt="2025-11-11T14:49:11.314" v="5251" actId="478"/>
          <ac:spMkLst>
            <pc:docMk/>
            <pc:sldMk cId="710984557" sldId="436"/>
            <ac:spMk id="237" creationId="{79D16FA7-A48E-0564-A399-A4509D44C974}"/>
          </ac:spMkLst>
        </pc:spChg>
        <pc:spChg chg="mod">
          <ac:chgData name="Marin Pellan" userId="3f7c0edb-e8ec-4a37-8825-7980f4e34b60" providerId="ADAL" clId="{8933617A-6A37-414A-8E09-9C6B98F6846B}" dt="2025-11-11T16:14:27.257" v="7081" actId="20577"/>
          <ac:spMkLst>
            <pc:docMk/>
            <pc:sldMk cId="710984557" sldId="436"/>
            <ac:spMk id="238" creationId="{C2B00187-F998-B314-04F4-88C98C6F7FBB}"/>
          </ac:spMkLst>
        </pc:spChg>
        <pc:graphicFrameChg chg="del">
          <ac:chgData name="Marin Pellan" userId="3f7c0edb-e8ec-4a37-8825-7980f4e34b60" providerId="ADAL" clId="{8933617A-6A37-414A-8E09-9C6B98F6846B}" dt="2025-11-11T14:49:15.858" v="5254" actId="478"/>
          <ac:graphicFrameMkLst>
            <pc:docMk/>
            <pc:sldMk cId="710984557" sldId="436"/>
            <ac:graphicFrameMk id="5" creationId="{4501013B-F267-BC7C-0B7C-2E87CC52E690}"/>
          </ac:graphicFrameMkLst>
        </pc:graphicFrameChg>
        <pc:picChg chg="del mod">
          <ac:chgData name="Marin Pellan" userId="3f7c0edb-e8ec-4a37-8825-7980f4e34b60" providerId="ADAL" clId="{8933617A-6A37-414A-8E09-9C6B98F6846B}" dt="2025-11-11T14:49:13.582" v="5252" actId="478"/>
          <ac:picMkLst>
            <pc:docMk/>
            <pc:sldMk cId="710984557" sldId="436"/>
            <ac:picMk id="2" creationId="{94EE4679-F56A-EE0E-656E-FED377605F16}"/>
          </ac:picMkLst>
        </pc:picChg>
        <pc:picChg chg="del mod">
          <ac:chgData name="Marin Pellan" userId="3f7c0edb-e8ec-4a37-8825-7980f4e34b60" providerId="ADAL" clId="{8933617A-6A37-414A-8E09-9C6B98F6846B}" dt="2025-11-11T14:49:16.366" v="5255" actId="478"/>
          <ac:picMkLst>
            <pc:docMk/>
            <pc:sldMk cId="710984557" sldId="436"/>
            <ac:picMk id="4" creationId="{553D8A9C-A6CD-FD79-6A4C-969431740454}"/>
          </ac:picMkLst>
        </pc:picChg>
        <pc:picChg chg="del mod">
          <ac:chgData name="Marin Pellan" userId="3f7c0edb-e8ec-4a37-8825-7980f4e34b60" providerId="ADAL" clId="{8933617A-6A37-414A-8E09-9C6B98F6846B}" dt="2025-11-11T14:49:16.885" v="5256" actId="478"/>
          <ac:picMkLst>
            <pc:docMk/>
            <pc:sldMk cId="710984557" sldId="436"/>
            <ac:picMk id="7" creationId="{E04C0507-B419-3678-D7A6-78DDC1CB40D5}"/>
          </ac:picMkLst>
        </pc:picChg>
        <pc:picChg chg="add del mod">
          <ac:chgData name="Marin Pellan" userId="3f7c0edb-e8ec-4a37-8825-7980f4e34b60" providerId="ADAL" clId="{8933617A-6A37-414A-8E09-9C6B98F6846B}" dt="2025-11-11T16:01:26.028" v="6478" actId="478"/>
          <ac:picMkLst>
            <pc:docMk/>
            <pc:sldMk cId="710984557" sldId="436"/>
            <ac:picMk id="9" creationId="{72BEFF0A-E39B-DDA8-A485-F77BB6CE5A3F}"/>
          </ac:picMkLst>
        </pc:picChg>
        <pc:picChg chg="add del mod">
          <ac:chgData name="Marin Pellan" userId="3f7c0edb-e8ec-4a37-8825-7980f4e34b60" providerId="ADAL" clId="{8933617A-6A37-414A-8E09-9C6B98F6846B}" dt="2025-11-11T16:14:28.824" v="7082" actId="478"/>
          <ac:picMkLst>
            <pc:docMk/>
            <pc:sldMk cId="710984557" sldId="436"/>
            <ac:picMk id="11" creationId="{C3CB10D8-2D2A-0C3C-3990-D4CF81E5EE5C}"/>
          </ac:picMkLst>
        </pc:picChg>
        <pc:picChg chg="add del mod">
          <ac:chgData name="Marin Pellan" userId="3f7c0edb-e8ec-4a37-8825-7980f4e34b60" providerId="ADAL" clId="{8933617A-6A37-414A-8E09-9C6B98F6846B}" dt="2025-11-11T16:36:17.235" v="7139" actId="478"/>
          <ac:picMkLst>
            <pc:docMk/>
            <pc:sldMk cId="710984557" sldId="436"/>
            <ac:picMk id="13" creationId="{47462B61-9A8C-E1FC-4213-3A7349DAA5A4}"/>
          </ac:picMkLst>
        </pc:picChg>
        <pc:picChg chg="add mod">
          <ac:chgData name="Marin Pellan" userId="3f7c0edb-e8ec-4a37-8825-7980f4e34b60" providerId="ADAL" clId="{8933617A-6A37-414A-8E09-9C6B98F6846B}" dt="2025-11-11T18:22:34.871" v="7446" actId="1076"/>
          <ac:picMkLst>
            <pc:docMk/>
            <pc:sldMk cId="710984557" sldId="436"/>
            <ac:picMk id="15" creationId="{6DC90234-02D4-9327-7053-74BB99C232A4}"/>
          </ac:picMkLst>
        </pc:picChg>
      </pc:sldChg>
      <pc:sldChg chg="modSp mod">
        <pc:chgData name="Marin Pellan" userId="3f7c0edb-e8ec-4a37-8825-7980f4e34b60" providerId="ADAL" clId="{8933617A-6A37-414A-8E09-9C6B98F6846B}" dt="2025-11-11T16:26:56.377" v="7138" actId="313"/>
        <pc:sldMkLst>
          <pc:docMk/>
          <pc:sldMk cId="0" sldId="445"/>
        </pc:sldMkLst>
        <pc:spChg chg="mod">
          <ac:chgData name="Marin Pellan" userId="3f7c0edb-e8ec-4a37-8825-7980f4e34b60" providerId="ADAL" clId="{8933617A-6A37-414A-8E09-9C6B98F6846B}" dt="2025-11-11T16:26:56.377" v="7138" actId="313"/>
          <ac:spMkLst>
            <pc:docMk/>
            <pc:sldMk cId="0" sldId="445"/>
            <ac:spMk id="2" creationId="{9CB439E2-45C1-778F-FA36-506140CD0231}"/>
          </ac:spMkLst>
        </pc:spChg>
        <pc:spChg chg="mod">
          <ac:chgData name="Marin Pellan" userId="3f7c0edb-e8ec-4a37-8825-7980f4e34b60" providerId="ADAL" clId="{8933617A-6A37-414A-8E09-9C6B98F6846B}" dt="2025-11-11T14:48:25.759" v="5239" actId="20577"/>
          <ac:spMkLst>
            <pc:docMk/>
            <pc:sldMk cId="0" sldId="445"/>
            <ac:spMk id="133" creationId="{00000000-0000-0000-0000-000000000000}"/>
          </ac:spMkLst>
        </pc:spChg>
        <pc:spChg chg="mod">
          <ac:chgData name="Marin Pellan" userId="3f7c0edb-e8ec-4a37-8825-7980f4e34b60" providerId="ADAL" clId="{8933617A-6A37-414A-8E09-9C6B98F6846B}" dt="2025-11-11T14:48:20.136" v="5235" actId="20577"/>
          <ac:spMkLst>
            <pc:docMk/>
            <pc:sldMk cId="0" sldId="445"/>
            <ac:spMk id="134" creationId="{00000000-0000-0000-0000-000000000000}"/>
          </ac:spMkLst>
        </pc:spChg>
      </pc:sldChg>
      <pc:sldChg chg="del ord">
        <pc:chgData name="Marin Pellan" userId="3f7c0edb-e8ec-4a37-8825-7980f4e34b60" providerId="ADAL" clId="{8933617A-6A37-414A-8E09-9C6B98F6846B}" dt="2025-11-11T16:26:46.394" v="7118" actId="47"/>
        <pc:sldMkLst>
          <pc:docMk/>
          <pc:sldMk cId="1236594075" sldId="446"/>
        </pc:sldMkLst>
      </pc:sldChg>
      <pc:sldChg chg="del">
        <pc:chgData name="Marin Pellan" userId="3f7c0edb-e8ec-4a37-8825-7980f4e34b60" providerId="ADAL" clId="{8933617A-6A37-414A-8E09-9C6B98F6846B}" dt="2025-11-11T14:48:46.578" v="5242" actId="47"/>
        <pc:sldMkLst>
          <pc:docMk/>
          <pc:sldMk cId="283390198" sldId="447"/>
        </pc:sldMkLst>
      </pc:sldChg>
      <pc:sldChg chg="addSp delSp modSp add mod modNotesTx">
        <pc:chgData name="Marin Pellan" userId="3f7c0edb-e8ec-4a37-8825-7980f4e34b60" providerId="ADAL" clId="{8933617A-6A37-414A-8E09-9C6B98F6846B}" dt="2025-11-11T17:23:50.691" v="7213" actId="20577"/>
        <pc:sldMkLst>
          <pc:docMk/>
          <pc:sldMk cId="3667767104" sldId="447"/>
        </pc:sldMkLst>
        <pc:spChg chg="mod">
          <ac:chgData name="Marin Pellan" userId="3f7c0edb-e8ec-4a37-8825-7980f4e34b60" providerId="ADAL" clId="{8933617A-6A37-414A-8E09-9C6B98F6846B}" dt="2025-11-11T14:51:31.902" v="5335" actId="20577"/>
          <ac:spMkLst>
            <pc:docMk/>
            <pc:sldMk cId="3667767104" sldId="447"/>
            <ac:spMk id="238" creationId="{1FA137D0-BC7F-3302-F0F3-C448B439EE45}"/>
          </ac:spMkLst>
        </pc:spChg>
        <pc:picChg chg="add del mod modCrop">
          <ac:chgData name="Marin Pellan" userId="3f7c0edb-e8ec-4a37-8825-7980f4e34b60" providerId="ADAL" clId="{8933617A-6A37-414A-8E09-9C6B98F6846B}" dt="2025-11-11T16:25:21.504" v="7099" actId="478"/>
          <ac:picMkLst>
            <pc:docMk/>
            <pc:sldMk cId="3667767104" sldId="447"/>
            <ac:picMk id="3" creationId="{A1A5161C-B037-4BEA-81EC-1CA2B9C13FC8}"/>
          </ac:picMkLst>
        </pc:picChg>
        <pc:picChg chg="add del mod modCrop">
          <ac:chgData name="Marin Pellan" userId="3f7c0edb-e8ec-4a37-8825-7980f4e34b60" providerId="ADAL" clId="{8933617A-6A37-414A-8E09-9C6B98F6846B}" dt="2025-11-11T16:25:20.855" v="7098" actId="478"/>
          <ac:picMkLst>
            <pc:docMk/>
            <pc:sldMk cId="3667767104" sldId="447"/>
            <ac:picMk id="4" creationId="{71A502BE-FD0D-A31B-BEB1-466B0030C575}"/>
          </ac:picMkLst>
        </pc:picChg>
        <pc:picChg chg="add mod modCrop">
          <ac:chgData name="Marin Pellan" userId="3f7c0edb-e8ec-4a37-8825-7980f4e34b60" providerId="ADAL" clId="{8933617A-6A37-414A-8E09-9C6B98F6846B}" dt="2025-11-11T16:25:40.063" v="7104" actId="1076"/>
          <ac:picMkLst>
            <pc:docMk/>
            <pc:sldMk cId="3667767104" sldId="447"/>
            <ac:picMk id="6" creationId="{50583B6D-75D1-CB08-2D7A-A455C9530250}"/>
          </ac:picMkLst>
        </pc:picChg>
        <pc:picChg chg="add mod modCrop">
          <ac:chgData name="Marin Pellan" userId="3f7c0edb-e8ec-4a37-8825-7980f4e34b60" providerId="ADAL" clId="{8933617A-6A37-414A-8E09-9C6B98F6846B}" dt="2025-11-11T16:25:41.615" v="7105" actId="1076"/>
          <ac:picMkLst>
            <pc:docMk/>
            <pc:sldMk cId="3667767104" sldId="447"/>
            <ac:picMk id="7" creationId="{0A6F64A5-7BBB-D53C-3A82-466A8AF69192}"/>
          </ac:picMkLst>
        </pc:picChg>
        <pc:picChg chg="del">
          <ac:chgData name="Marin Pellan" userId="3f7c0edb-e8ec-4a37-8825-7980f4e34b60" providerId="ADAL" clId="{8933617A-6A37-414A-8E09-9C6B98F6846B}" dt="2025-11-11T14:50:03.055" v="5266" actId="478"/>
          <ac:picMkLst>
            <pc:docMk/>
            <pc:sldMk cId="3667767104" sldId="447"/>
            <ac:picMk id="9" creationId="{C0637AB7-35E8-37FB-01AB-AC1E1C2C473B}"/>
          </ac:picMkLst>
        </pc:picChg>
      </pc:sldChg>
      <pc:sldChg chg="addSp delSp modSp add mod modNotesTx">
        <pc:chgData name="Marin Pellan" userId="3f7c0edb-e8ec-4a37-8825-7980f4e34b60" providerId="ADAL" clId="{8933617A-6A37-414A-8E09-9C6B98F6846B}" dt="2025-11-11T17:23:48.920" v="7212" actId="20577"/>
        <pc:sldMkLst>
          <pc:docMk/>
          <pc:sldMk cId="1141955793" sldId="448"/>
        </pc:sldMkLst>
        <pc:spChg chg="mod">
          <ac:chgData name="Marin Pellan" userId="3f7c0edb-e8ec-4a37-8825-7980f4e34b60" providerId="ADAL" clId="{8933617A-6A37-414A-8E09-9C6B98F6846B}" dt="2025-11-11T14:51:37.999" v="5341" actId="20577"/>
          <ac:spMkLst>
            <pc:docMk/>
            <pc:sldMk cId="1141955793" sldId="448"/>
            <ac:spMk id="238" creationId="{7A5E695A-5B3B-FCC0-CF7D-F344E4B6A3B8}"/>
          </ac:spMkLst>
        </pc:spChg>
        <pc:picChg chg="del">
          <ac:chgData name="Marin Pellan" userId="3f7c0edb-e8ec-4a37-8825-7980f4e34b60" providerId="ADAL" clId="{8933617A-6A37-414A-8E09-9C6B98F6846B}" dt="2025-11-11T14:58:49.653" v="5342" actId="478"/>
          <ac:picMkLst>
            <pc:docMk/>
            <pc:sldMk cId="1141955793" sldId="448"/>
            <ac:picMk id="3" creationId="{DA3A9180-CD11-CAD7-91FE-8DA34C887DF0}"/>
          </ac:picMkLst>
        </pc:picChg>
        <pc:picChg chg="del">
          <ac:chgData name="Marin Pellan" userId="3f7c0edb-e8ec-4a37-8825-7980f4e34b60" providerId="ADAL" clId="{8933617A-6A37-414A-8E09-9C6B98F6846B}" dt="2025-11-11T14:58:50.124" v="5343" actId="478"/>
          <ac:picMkLst>
            <pc:docMk/>
            <pc:sldMk cId="1141955793" sldId="448"/>
            <ac:picMk id="4" creationId="{8F3DBE6D-83BA-CA93-5A8B-B79EEE286513}"/>
          </ac:picMkLst>
        </pc:picChg>
        <pc:picChg chg="add del mod modCrop">
          <ac:chgData name="Marin Pellan" userId="3f7c0edb-e8ec-4a37-8825-7980f4e34b60" providerId="ADAL" clId="{8933617A-6A37-414A-8E09-9C6B98F6846B}" dt="2025-11-11T16:25:46.009" v="7106" actId="478"/>
          <ac:picMkLst>
            <pc:docMk/>
            <pc:sldMk cId="1141955793" sldId="448"/>
            <ac:picMk id="5" creationId="{80A3C574-7957-7283-61AC-623AD733A597}"/>
          </ac:picMkLst>
        </pc:picChg>
        <pc:picChg chg="add del mod modCrop">
          <ac:chgData name="Marin Pellan" userId="3f7c0edb-e8ec-4a37-8825-7980f4e34b60" providerId="ADAL" clId="{8933617A-6A37-414A-8E09-9C6B98F6846B}" dt="2025-11-11T16:25:46.415" v="7107" actId="478"/>
          <ac:picMkLst>
            <pc:docMk/>
            <pc:sldMk cId="1141955793" sldId="448"/>
            <ac:picMk id="6" creationId="{4F26EFBF-7852-4BEA-DD24-0613AE823F91}"/>
          </ac:picMkLst>
        </pc:picChg>
        <pc:picChg chg="add mod modCrop">
          <ac:chgData name="Marin Pellan" userId="3f7c0edb-e8ec-4a37-8825-7980f4e34b60" providerId="ADAL" clId="{8933617A-6A37-414A-8E09-9C6B98F6846B}" dt="2025-11-11T16:26:18.240" v="7116" actId="1076"/>
          <ac:picMkLst>
            <pc:docMk/>
            <pc:sldMk cId="1141955793" sldId="448"/>
            <ac:picMk id="8" creationId="{20195799-63B9-D6E9-670C-856A6ACBE61E}"/>
          </ac:picMkLst>
        </pc:picChg>
        <pc:picChg chg="add mod modCrop">
          <ac:chgData name="Marin Pellan" userId="3f7c0edb-e8ec-4a37-8825-7980f4e34b60" providerId="ADAL" clId="{8933617A-6A37-414A-8E09-9C6B98F6846B}" dt="2025-11-11T16:26:20.657" v="7117" actId="1076"/>
          <ac:picMkLst>
            <pc:docMk/>
            <pc:sldMk cId="1141955793" sldId="448"/>
            <ac:picMk id="9" creationId="{64EF121A-7641-B6B2-A6F5-737BA7D2F313}"/>
          </ac:picMkLst>
        </pc:picChg>
      </pc:sldChg>
      <pc:sldChg chg="del">
        <pc:chgData name="Marin Pellan" userId="3f7c0edb-e8ec-4a37-8825-7980f4e34b60" providerId="ADAL" clId="{8933617A-6A37-414A-8E09-9C6B98F6846B}" dt="2025-11-11T14:48:44.202" v="5241" actId="47"/>
        <pc:sldMkLst>
          <pc:docMk/>
          <pc:sldMk cId="1282596367" sldId="448"/>
        </pc:sldMkLst>
      </pc:sldChg>
      <pc:sldChg chg="addSp delSp modSp add mod ord modAnim">
        <pc:chgData name="Marin Pellan" userId="3f7c0edb-e8ec-4a37-8825-7980f4e34b60" providerId="ADAL" clId="{8933617A-6A37-414A-8E09-9C6B98F6846B}" dt="2025-11-11T16:03:11.521" v="6544"/>
        <pc:sldMkLst>
          <pc:docMk/>
          <pc:sldMk cId="1893160245" sldId="449"/>
        </pc:sldMkLst>
        <pc:spChg chg="add del">
          <ac:chgData name="Marin Pellan" userId="3f7c0edb-e8ec-4a37-8825-7980f4e34b60" providerId="ADAL" clId="{8933617A-6A37-414A-8E09-9C6B98F6846B}" dt="2025-11-11T15:09:58.274" v="6231" actId="22"/>
          <ac:spMkLst>
            <pc:docMk/>
            <pc:sldMk cId="1893160245" sldId="449"/>
            <ac:spMk id="3" creationId="{CEFE65BD-1909-9716-360B-50DEF11BA533}"/>
          </ac:spMkLst>
        </pc:spChg>
        <pc:spChg chg="add mod">
          <ac:chgData name="Marin Pellan" userId="3f7c0edb-e8ec-4a37-8825-7980f4e34b60" providerId="ADAL" clId="{8933617A-6A37-414A-8E09-9C6B98F6846B}" dt="2025-11-11T15:18:44.698" v="6444" actId="207"/>
          <ac:spMkLst>
            <pc:docMk/>
            <pc:sldMk cId="1893160245" sldId="449"/>
            <ac:spMk id="4" creationId="{ABA70C1E-7812-9F7B-ACFA-4714F8B28A17}"/>
          </ac:spMkLst>
        </pc:spChg>
        <pc:spChg chg="add mod">
          <ac:chgData name="Marin Pellan" userId="3f7c0edb-e8ec-4a37-8825-7980f4e34b60" providerId="ADAL" clId="{8933617A-6A37-414A-8E09-9C6B98F6846B}" dt="2025-11-11T16:02:47.357" v="6541" actId="207"/>
          <ac:spMkLst>
            <pc:docMk/>
            <pc:sldMk cId="1893160245" sldId="449"/>
            <ac:spMk id="5" creationId="{5EFC9421-70F9-8F86-8038-E79B71E9A833}"/>
          </ac:spMkLst>
        </pc:spChg>
        <pc:spChg chg="add mod">
          <ac:chgData name="Marin Pellan" userId="3f7c0edb-e8ec-4a37-8825-7980f4e34b60" providerId="ADAL" clId="{8933617A-6A37-414A-8E09-9C6B98F6846B}" dt="2025-11-11T15:15:45.008" v="6361" actId="1076"/>
          <ac:spMkLst>
            <pc:docMk/>
            <pc:sldMk cId="1893160245" sldId="449"/>
            <ac:spMk id="6" creationId="{F9CAD591-A90B-80A8-2EC1-01D88A8837C5}"/>
          </ac:spMkLst>
        </pc:spChg>
        <pc:spChg chg="add mod">
          <ac:chgData name="Marin Pellan" userId="3f7c0edb-e8ec-4a37-8825-7980f4e34b60" providerId="ADAL" clId="{8933617A-6A37-414A-8E09-9C6B98F6846B}" dt="2025-11-11T15:15:01.357" v="6352" actId="1076"/>
          <ac:spMkLst>
            <pc:docMk/>
            <pc:sldMk cId="1893160245" sldId="449"/>
            <ac:spMk id="7" creationId="{35BF921B-6CB5-B9BB-AB96-35345314CE47}"/>
          </ac:spMkLst>
        </pc:spChg>
        <pc:spChg chg="add mod">
          <ac:chgData name="Marin Pellan" userId="3f7c0edb-e8ec-4a37-8825-7980f4e34b60" providerId="ADAL" clId="{8933617A-6A37-414A-8E09-9C6B98F6846B}" dt="2025-11-11T15:15:01.357" v="6352" actId="1076"/>
          <ac:spMkLst>
            <pc:docMk/>
            <pc:sldMk cId="1893160245" sldId="449"/>
            <ac:spMk id="8" creationId="{B2A5A5D7-E6D3-11AE-313F-C81A7660BED7}"/>
          </ac:spMkLst>
        </pc:spChg>
        <pc:spChg chg="add del">
          <ac:chgData name="Marin Pellan" userId="3f7c0edb-e8ec-4a37-8825-7980f4e34b60" providerId="ADAL" clId="{8933617A-6A37-414A-8E09-9C6B98F6846B}" dt="2025-11-11T15:12:40.020" v="6319" actId="22"/>
          <ac:spMkLst>
            <pc:docMk/>
            <pc:sldMk cId="1893160245" sldId="449"/>
            <ac:spMk id="12" creationId="{0D0DF9D2-ADEA-7669-00C5-E2E7044091DC}"/>
          </ac:spMkLst>
        </pc:spChg>
        <pc:spChg chg="add del mod">
          <ac:chgData name="Marin Pellan" userId="3f7c0edb-e8ec-4a37-8825-7980f4e34b60" providerId="ADAL" clId="{8933617A-6A37-414A-8E09-9C6B98F6846B}" dt="2025-11-11T15:13:11.653" v="6328" actId="478"/>
          <ac:spMkLst>
            <pc:docMk/>
            <pc:sldMk cId="1893160245" sldId="449"/>
            <ac:spMk id="13" creationId="{7150B8F7-CA2D-D780-A439-F0EFE01DF7BE}"/>
          </ac:spMkLst>
        </pc:spChg>
        <pc:spChg chg="add del mod">
          <ac:chgData name="Marin Pellan" userId="3f7c0edb-e8ec-4a37-8825-7980f4e34b60" providerId="ADAL" clId="{8933617A-6A37-414A-8E09-9C6B98F6846B}" dt="2025-11-11T15:13:41.664" v="6333" actId="478"/>
          <ac:spMkLst>
            <pc:docMk/>
            <pc:sldMk cId="1893160245" sldId="449"/>
            <ac:spMk id="14" creationId="{1B3659F3-30B5-C12A-6B89-9407CA244448}"/>
          </ac:spMkLst>
        </pc:spChg>
        <pc:spChg chg="add mod">
          <ac:chgData name="Marin Pellan" userId="3f7c0edb-e8ec-4a37-8825-7980f4e34b60" providerId="ADAL" clId="{8933617A-6A37-414A-8E09-9C6B98F6846B}" dt="2025-11-11T15:18:13.425" v="6436" actId="1076"/>
          <ac:spMkLst>
            <pc:docMk/>
            <pc:sldMk cId="1893160245" sldId="449"/>
            <ac:spMk id="21" creationId="{9E61FED8-B258-A790-37CA-920902CC7A95}"/>
          </ac:spMkLst>
        </pc:spChg>
        <pc:spChg chg="add mod">
          <ac:chgData name="Marin Pellan" userId="3f7c0edb-e8ec-4a37-8825-7980f4e34b60" providerId="ADAL" clId="{8933617A-6A37-414A-8E09-9C6B98F6846B}" dt="2025-11-11T15:17:25.647" v="6404" actId="1076"/>
          <ac:spMkLst>
            <pc:docMk/>
            <pc:sldMk cId="1893160245" sldId="449"/>
            <ac:spMk id="22" creationId="{EF398CC8-CE28-13A8-6192-FEDFC0D584DD}"/>
          </ac:spMkLst>
        </pc:spChg>
        <pc:spChg chg="add mod">
          <ac:chgData name="Marin Pellan" userId="3f7c0edb-e8ec-4a37-8825-7980f4e34b60" providerId="ADAL" clId="{8933617A-6A37-414A-8E09-9C6B98F6846B}" dt="2025-11-11T15:17:22.638" v="6403" actId="1076"/>
          <ac:spMkLst>
            <pc:docMk/>
            <pc:sldMk cId="1893160245" sldId="449"/>
            <ac:spMk id="23" creationId="{4C7BF98D-9E0F-3A86-294C-E4692BAAEF65}"/>
          </ac:spMkLst>
        </pc:spChg>
        <pc:spChg chg="add mod">
          <ac:chgData name="Marin Pellan" userId="3f7c0edb-e8ec-4a37-8825-7980f4e34b60" providerId="ADAL" clId="{8933617A-6A37-414A-8E09-9C6B98F6846B}" dt="2025-11-11T16:02:38.931" v="6540" actId="1076"/>
          <ac:spMkLst>
            <pc:docMk/>
            <pc:sldMk cId="1893160245" sldId="449"/>
            <ac:spMk id="24" creationId="{9C413596-C5D3-3D19-8A85-50C3DC93CEE9}"/>
          </ac:spMkLst>
        </pc:spChg>
        <pc:spChg chg="add del mod ord">
          <ac:chgData name="Marin Pellan" userId="3f7c0edb-e8ec-4a37-8825-7980f4e34b60" providerId="ADAL" clId="{8933617A-6A37-414A-8E09-9C6B98F6846B}" dt="2025-11-11T15:18:38.535" v="6443" actId="478"/>
          <ac:spMkLst>
            <pc:docMk/>
            <pc:sldMk cId="1893160245" sldId="449"/>
            <ac:spMk id="25" creationId="{69EC0ADB-689D-06CB-A120-AD9659487D8C}"/>
          </ac:spMkLst>
        </pc:spChg>
        <pc:spChg chg="add del mod">
          <ac:chgData name="Marin Pellan" userId="3f7c0edb-e8ec-4a37-8825-7980f4e34b60" providerId="ADAL" clId="{8933617A-6A37-414A-8E09-9C6B98F6846B}" dt="2025-11-11T16:02:16.752" v="6537" actId="478"/>
          <ac:spMkLst>
            <pc:docMk/>
            <pc:sldMk cId="1893160245" sldId="449"/>
            <ac:spMk id="26" creationId="{B30AE6C0-B0E2-5334-84C6-038872242F76}"/>
          </ac:spMkLst>
        </pc:spChg>
        <pc:spChg chg="del mod">
          <ac:chgData name="Marin Pellan" userId="3f7c0edb-e8ec-4a37-8825-7980f4e34b60" providerId="ADAL" clId="{8933617A-6A37-414A-8E09-9C6B98F6846B}" dt="2025-11-11T15:09:44.936" v="6227" actId="478"/>
          <ac:spMkLst>
            <pc:docMk/>
            <pc:sldMk cId="1893160245" sldId="449"/>
            <ac:spMk id="237" creationId="{855CBD0C-2EB2-4225-BCDA-444312D80D13}"/>
          </ac:spMkLst>
        </pc:spChg>
        <pc:spChg chg="mod">
          <ac:chgData name="Marin Pellan" userId="3f7c0edb-e8ec-4a37-8825-7980f4e34b60" providerId="ADAL" clId="{8933617A-6A37-414A-8E09-9C6B98F6846B}" dt="2025-11-11T15:06:53.057" v="6138" actId="20577"/>
          <ac:spMkLst>
            <pc:docMk/>
            <pc:sldMk cId="1893160245" sldId="449"/>
            <ac:spMk id="238" creationId="{37A3C9EA-950C-AAAB-37EC-FE5332EE075A}"/>
          </ac:spMkLst>
        </pc:spChg>
        <pc:picChg chg="add mod">
          <ac:chgData name="Marin Pellan" userId="3f7c0edb-e8ec-4a37-8825-7980f4e34b60" providerId="ADAL" clId="{8933617A-6A37-414A-8E09-9C6B98F6846B}" dt="2025-11-11T15:15:01.357" v="6352" actId="1076"/>
          <ac:picMkLst>
            <pc:docMk/>
            <pc:sldMk cId="1893160245" sldId="449"/>
            <ac:picMk id="10" creationId="{EAA3315B-C343-546A-EB2B-20B5B1D13E2E}"/>
          </ac:picMkLst>
        </pc:picChg>
        <pc:picChg chg="add mod">
          <ac:chgData name="Marin Pellan" userId="3f7c0edb-e8ec-4a37-8825-7980f4e34b60" providerId="ADAL" clId="{8933617A-6A37-414A-8E09-9C6B98F6846B}" dt="2025-11-11T15:16:22.961" v="6367" actId="1076"/>
          <ac:picMkLst>
            <pc:docMk/>
            <pc:sldMk cId="1893160245" sldId="449"/>
            <ac:picMk id="1026" creationId="{7C639269-2845-A15E-BFAF-593B8F323037}"/>
          </ac:picMkLst>
        </pc:picChg>
        <pc:picChg chg="add mod">
          <ac:chgData name="Marin Pellan" userId="3f7c0edb-e8ec-4a37-8825-7980f4e34b60" providerId="ADAL" clId="{8933617A-6A37-414A-8E09-9C6B98F6846B}" dt="2025-11-11T15:16:15.250" v="6365" actId="1076"/>
          <ac:picMkLst>
            <pc:docMk/>
            <pc:sldMk cId="1893160245" sldId="449"/>
            <ac:picMk id="1028" creationId="{02B1C7D0-A483-A245-5FEC-0C3688A7A934}"/>
          </ac:picMkLst>
        </pc:picChg>
        <pc:cxnChg chg="add del">
          <ac:chgData name="Marin Pellan" userId="3f7c0edb-e8ec-4a37-8825-7980f4e34b60" providerId="ADAL" clId="{8933617A-6A37-414A-8E09-9C6B98F6846B}" dt="2025-11-11T15:14:40.669" v="6348" actId="478"/>
          <ac:cxnSpMkLst>
            <pc:docMk/>
            <pc:sldMk cId="1893160245" sldId="449"/>
            <ac:cxnSpMk id="16" creationId="{A7228C66-046F-1A86-EEC7-1DACBCF8D03F}"/>
          </ac:cxnSpMkLst>
        </pc:cxnChg>
        <pc:cxnChg chg="add mod">
          <ac:chgData name="Marin Pellan" userId="3f7c0edb-e8ec-4a37-8825-7980f4e34b60" providerId="ADAL" clId="{8933617A-6A37-414A-8E09-9C6B98F6846B}" dt="2025-11-11T15:15:52.465" v="6363" actId="1582"/>
          <ac:cxnSpMkLst>
            <pc:docMk/>
            <pc:sldMk cId="1893160245" sldId="449"/>
            <ac:cxnSpMk id="18" creationId="{25770032-8104-D238-6093-7701EAC3C9AE}"/>
          </ac:cxnSpMkLst>
        </pc:cxnChg>
        <pc:cxnChg chg="add mod">
          <ac:chgData name="Marin Pellan" userId="3f7c0edb-e8ec-4a37-8825-7980f4e34b60" providerId="ADAL" clId="{8933617A-6A37-414A-8E09-9C6B98F6846B}" dt="2025-11-11T15:15:52.465" v="6363" actId="1582"/>
          <ac:cxnSpMkLst>
            <pc:docMk/>
            <pc:sldMk cId="1893160245" sldId="449"/>
            <ac:cxnSpMk id="19" creationId="{EDC93A9F-4138-8A10-FB6E-A6078BD2E520}"/>
          </ac:cxnSpMkLst>
        </pc:cxnChg>
      </pc:sldChg>
      <pc:sldChg chg="addSp delSp modSp add mod modNotesTx">
        <pc:chgData name="Marin Pellan" userId="3f7c0edb-e8ec-4a37-8825-7980f4e34b60" providerId="ADAL" clId="{8933617A-6A37-414A-8E09-9C6B98F6846B}" dt="2025-11-11T17:23:47.039" v="7211" actId="20577"/>
        <pc:sldMkLst>
          <pc:docMk/>
          <pc:sldMk cId="2870846165" sldId="450"/>
        </pc:sldMkLst>
        <pc:spChg chg="mod">
          <ac:chgData name="Marin Pellan" userId="3f7c0edb-e8ec-4a37-8825-7980f4e34b60" providerId="ADAL" clId="{8933617A-6A37-414A-8E09-9C6B98F6846B}" dt="2025-11-11T15:58:52.310" v="6467" actId="20577"/>
          <ac:spMkLst>
            <pc:docMk/>
            <pc:sldMk cId="2870846165" sldId="450"/>
            <ac:spMk id="238" creationId="{8175AF1C-6FF5-A32E-A3D6-09E5FE592C6A}"/>
          </ac:spMkLst>
        </pc:spChg>
        <pc:picChg chg="add del mod">
          <ac:chgData name="Marin Pellan" userId="3f7c0edb-e8ec-4a37-8825-7980f4e34b60" providerId="ADAL" clId="{8933617A-6A37-414A-8E09-9C6B98F6846B}" dt="2025-11-11T16:00:37.832" v="6473" actId="478"/>
          <ac:picMkLst>
            <pc:docMk/>
            <pc:sldMk cId="2870846165" sldId="450"/>
            <ac:picMk id="3" creationId="{6BD4208D-43CE-01B2-772B-1C689BC1CF98}"/>
          </ac:picMkLst>
        </pc:picChg>
        <pc:picChg chg="del">
          <ac:chgData name="Marin Pellan" userId="3f7c0edb-e8ec-4a37-8825-7980f4e34b60" providerId="ADAL" clId="{8933617A-6A37-414A-8E09-9C6B98F6846B}" dt="2025-11-11T15:58:53.895" v="6468" actId="478"/>
          <ac:picMkLst>
            <pc:docMk/>
            <pc:sldMk cId="2870846165" sldId="450"/>
            <ac:picMk id="5" creationId="{8ADADD2E-0195-DD93-5801-FE9FA3072A5D}"/>
          </ac:picMkLst>
        </pc:picChg>
        <pc:picChg chg="del">
          <ac:chgData name="Marin Pellan" userId="3f7c0edb-e8ec-4a37-8825-7980f4e34b60" providerId="ADAL" clId="{8933617A-6A37-414A-8E09-9C6B98F6846B}" dt="2025-11-11T15:58:54.359" v="6469" actId="478"/>
          <ac:picMkLst>
            <pc:docMk/>
            <pc:sldMk cId="2870846165" sldId="450"/>
            <ac:picMk id="6" creationId="{2C14AA9F-C98F-3A5B-1A7B-215227F725EC}"/>
          </ac:picMkLst>
        </pc:picChg>
        <pc:picChg chg="add mod">
          <ac:chgData name="Marin Pellan" userId="3f7c0edb-e8ec-4a37-8825-7980f4e34b60" providerId="ADAL" clId="{8933617A-6A37-414A-8E09-9C6B98F6846B}" dt="2025-11-11T16:00:44.658" v="6475" actId="1076"/>
          <ac:picMkLst>
            <pc:docMk/>
            <pc:sldMk cId="2870846165" sldId="450"/>
            <ac:picMk id="7" creationId="{32C0D1AE-3D3F-D3AC-EC45-DB7CF19448A9}"/>
          </ac:picMkLst>
        </pc:picChg>
      </pc:sldChg>
      <pc:sldChg chg="modSp add mod ord">
        <pc:chgData name="Marin Pellan" userId="3f7c0edb-e8ec-4a37-8825-7980f4e34b60" providerId="ADAL" clId="{8933617A-6A37-414A-8E09-9C6B98F6846B}" dt="2025-11-11T19:22:55.685" v="7929" actId="20577"/>
        <pc:sldMkLst>
          <pc:docMk/>
          <pc:sldMk cId="868090407" sldId="451"/>
        </pc:sldMkLst>
        <pc:spChg chg="mod">
          <ac:chgData name="Marin Pellan" userId="3f7c0edb-e8ec-4a37-8825-7980f4e34b60" providerId="ADAL" clId="{8933617A-6A37-414A-8E09-9C6B98F6846B}" dt="2025-11-11T19:22:55.685" v="7929" actId="20577"/>
          <ac:spMkLst>
            <pc:docMk/>
            <pc:sldMk cId="868090407" sldId="451"/>
            <ac:spMk id="237" creationId="{689FD5B1-1B3E-DB13-3BC0-458BED6FABCB}"/>
          </ac:spMkLst>
        </pc:spChg>
        <pc:spChg chg="mod">
          <ac:chgData name="Marin Pellan" userId="3f7c0edb-e8ec-4a37-8825-7980f4e34b60" providerId="ADAL" clId="{8933617A-6A37-414A-8E09-9C6B98F6846B}" dt="2025-11-11T16:03:27.374" v="6558" actId="20577"/>
          <ac:spMkLst>
            <pc:docMk/>
            <pc:sldMk cId="868090407" sldId="451"/>
            <ac:spMk id="238" creationId="{9CF93AB5-F152-4770-44B5-20E3507312D2}"/>
          </ac:spMkLst>
        </pc:spChg>
      </pc:sldChg>
      <pc:sldChg chg="del">
        <pc:chgData name="Marin Pellan" userId="3f7c0edb-e8ec-4a37-8825-7980f4e34b60" providerId="ADAL" clId="{8933617A-6A37-414A-8E09-9C6B98F6846B}" dt="2025-11-11T14:48:44.202" v="5241" actId="47"/>
        <pc:sldMkLst>
          <pc:docMk/>
          <pc:sldMk cId="716703568" sldId="452"/>
        </pc:sldMkLst>
      </pc:sldChg>
      <pc:sldChg chg="addSp delSp modSp add mod modNotesTx">
        <pc:chgData name="Marin Pellan" userId="3f7c0edb-e8ec-4a37-8825-7980f4e34b60" providerId="ADAL" clId="{8933617A-6A37-414A-8E09-9C6B98F6846B}" dt="2025-11-11T17:23:52.691" v="7214" actId="20577"/>
        <pc:sldMkLst>
          <pc:docMk/>
          <pc:sldMk cId="3153337316" sldId="452"/>
        </pc:sldMkLst>
        <pc:picChg chg="add mod">
          <ac:chgData name="Marin Pellan" userId="3f7c0edb-e8ec-4a37-8825-7980f4e34b60" providerId="ADAL" clId="{8933617A-6A37-414A-8E09-9C6B98F6846B}" dt="2025-11-11T16:24:58.537" v="7095" actId="1076"/>
          <ac:picMkLst>
            <pc:docMk/>
            <pc:sldMk cId="3153337316" sldId="452"/>
            <ac:picMk id="3" creationId="{4BBA9286-2E98-717E-A034-9D23DFC766EE}"/>
          </ac:picMkLst>
        </pc:picChg>
        <pc:picChg chg="del">
          <ac:chgData name="Marin Pellan" userId="3f7c0edb-e8ec-4a37-8825-7980f4e34b60" providerId="ADAL" clId="{8933617A-6A37-414A-8E09-9C6B98F6846B}" dt="2025-11-11T16:24:04.669" v="7090" actId="478"/>
          <ac:picMkLst>
            <pc:docMk/>
            <pc:sldMk cId="3153337316" sldId="452"/>
            <ac:picMk id="11" creationId="{68E6263A-8B8D-D62C-782E-01ED9A979DF0}"/>
          </ac:picMkLst>
        </pc:picChg>
      </pc:sldChg>
      <pc:sldChg chg="addSp delSp modSp add mod modShow modNotesTx">
        <pc:chgData name="Marin Pellan" userId="3f7c0edb-e8ec-4a37-8825-7980f4e34b60" providerId="ADAL" clId="{8933617A-6A37-414A-8E09-9C6B98F6846B}" dt="2025-11-11T19:17:48.731" v="7896" actId="729"/>
        <pc:sldMkLst>
          <pc:docMk/>
          <pc:sldMk cId="2528916518" sldId="453"/>
        </pc:sldMkLst>
        <pc:spChg chg="add mod">
          <ac:chgData name="Marin Pellan" userId="3f7c0edb-e8ec-4a37-8825-7980f4e34b60" providerId="ADAL" clId="{8933617A-6A37-414A-8E09-9C6B98F6846B}" dt="2025-11-11T17:57:45.562" v="7257" actId="1076"/>
          <ac:spMkLst>
            <pc:docMk/>
            <pc:sldMk cId="2528916518" sldId="453"/>
            <ac:spMk id="8" creationId="{BB409FCC-D934-1143-D3BD-77A1DD2EE76B}"/>
          </ac:spMkLst>
        </pc:spChg>
        <pc:spChg chg="add mod">
          <ac:chgData name="Marin Pellan" userId="3f7c0edb-e8ec-4a37-8825-7980f4e34b60" providerId="ADAL" clId="{8933617A-6A37-414A-8E09-9C6B98F6846B}" dt="2025-11-11T17:57:53.536" v="7277" actId="20577"/>
          <ac:spMkLst>
            <pc:docMk/>
            <pc:sldMk cId="2528916518" sldId="453"/>
            <ac:spMk id="9" creationId="{B6CBA0C4-23DF-5D8C-1886-3EA93C6E05FA}"/>
          </ac:spMkLst>
        </pc:spChg>
        <pc:spChg chg="add mod">
          <ac:chgData name="Marin Pellan" userId="3f7c0edb-e8ec-4a37-8825-7980f4e34b60" providerId="ADAL" clId="{8933617A-6A37-414A-8E09-9C6B98F6846B}" dt="2025-11-11T18:30:10.176" v="7803" actId="1076"/>
          <ac:spMkLst>
            <pc:docMk/>
            <pc:sldMk cId="2528916518" sldId="453"/>
            <ac:spMk id="12" creationId="{54F05FA4-DA2B-C7AD-B438-9FA42283EEDC}"/>
          </ac:spMkLst>
        </pc:spChg>
        <pc:spChg chg="mod">
          <ac:chgData name="Marin Pellan" userId="3f7c0edb-e8ec-4a37-8825-7980f4e34b60" providerId="ADAL" clId="{8933617A-6A37-414A-8E09-9C6B98F6846B}" dt="2025-11-11T17:16:38.756" v="7190" actId="20577"/>
          <ac:spMkLst>
            <pc:docMk/>
            <pc:sldMk cId="2528916518" sldId="453"/>
            <ac:spMk id="238" creationId="{EB0AD44C-4B39-A7FC-F143-8E7FD717CB08}"/>
          </ac:spMkLst>
        </pc:spChg>
        <pc:picChg chg="add del mod">
          <ac:chgData name="Marin Pellan" userId="3f7c0edb-e8ec-4a37-8825-7980f4e34b60" providerId="ADAL" clId="{8933617A-6A37-414A-8E09-9C6B98F6846B}" dt="2025-11-11T18:21:12.671" v="7280" actId="478"/>
          <ac:picMkLst>
            <pc:docMk/>
            <pc:sldMk cId="2528916518" sldId="453"/>
            <ac:picMk id="2" creationId="{4DBC0011-6E78-59FE-3739-4E60181B3EBB}"/>
          </ac:picMkLst>
        </pc:picChg>
        <pc:picChg chg="add del mod modCrop">
          <ac:chgData name="Marin Pellan" userId="3f7c0edb-e8ec-4a37-8825-7980f4e34b60" providerId="ADAL" clId="{8933617A-6A37-414A-8E09-9C6B98F6846B}" dt="2025-11-11T17:56:24.266" v="7216" actId="478"/>
          <ac:picMkLst>
            <pc:docMk/>
            <pc:sldMk cId="2528916518" sldId="453"/>
            <ac:picMk id="4" creationId="{8EA1B0EE-2F6D-18C7-602F-107152E974E8}"/>
          </ac:picMkLst>
        </pc:picChg>
        <pc:picChg chg="add mod modCrop">
          <ac:chgData name="Marin Pellan" userId="3f7c0edb-e8ec-4a37-8825-7980f4e34b60" providerId="ADAL" clId="{8933617A-6A37-414A-8E09-9C6B98F6846B}" dt="2025-11-11T18:30:07.737" v="7802" actId="1076"/>
          <ac:picMkLst>
            <pc:docMk/>
            <pc:sldMk cId="2528916518" sldId="453"/>
            <ac:picMk id="6" creationId="{5DFA7CFB-50B2-AE03-B098-0EBD3E506A2E}"/>
          </ac:picMkLst>
        </pc:picChg>
        <pc:picChg chg="del">
          <ac:chgData name="Marin Pellan" userId="3f7c0edb-e8ec-4a37-8825-7980f4e34b60" providerId="ADAL" clId="{8933617A-6A37-414A-8E09-9C6B98F6846B}" dt="2025-11-11T17:16:29.453" v="7144" actId="478"/>
          <ac:picMkLst>
            <pc:docMk/>
            <pc:sldMk cId="2528916518" sldId="453"/>
            <ac:picMk id="7" creationId="{AA6EA49F-1BD1-B20D-EAFF-1EAABD413111}"/>
          </ac:picMkLst>
        </pc:picChg>
        <pc:picChg chg="add mod">
          <ac:chgData name="Marin Pellan" userId="3f7c0edb-e8ec-4a37-8825-7980f4e34b60" providerId="ADAL" clId="{8933617A-6A37-414A-8E09-9C6B98F6846B}" dt="2025-11-11T18:30:05.057" v="7801" actId="1076"/>
          <ac:picMkLst>
            <pc:docMk/>
            <pc:sldMk cId="2528916518" sldId="453"/>
            <ac:picMk id="11" creationId="{AD73C50D-054C-8859-EE6D-AA99E549A25A}"/>
          </ac:picMkLst>
        </pc:picChg>
      </pc:sldChg>
      <pc:sldChg chg="addSp modSp add mod">
        <pc:chgData name="Marin Pellan" userId="3f7c0edb-e8ec-4a37-8825-7980f4e34b60" providerId="ADAL" clId="{8933617A-6A37-414A-8E09-9C6B98F6846B}" dt="2025-11-11T18:29:20.299" v="7796" actId="20577"/>
        <pc:sldMkLst>
          <pc:docMk/>
          <pc:sldMk cId="2503232611" sldId="454"/>
        </pc:sldMkLst>
        <pc:spChg chg="add">
          <ac:chgData name="Marin Pellan" userId="3f7c0edb-e8ec-4a37-8825-7980f4e34b60" providerId="ADAL" clId="{8933617A-6A37-414A-8E09-9C6B98F6846B}" dt="2025-11-11T18:27:03.132" v="7588"/>
          <ac:spMkLst>
            <pc:docMk/>
            <pc:sldMk cId="2503232611" sldId="454"/>
            <ac:spMk id="2" creationId="{848EB1BF-7017-1B4C-141F-CB8279705C74}"/>
          </ac:spMkLst>
        </pc:spChg>
        <pc:spChg chg="mod">
          <ac:chgData name="Marin Pellan" userId="3f7c0edb-e8ec-4a37-8825-7980f4e34b60" providerId="ADAL" clId="{8933617A-6A37-414A-8E09-9C6B98F6846B}" dt="2025-11-11T18:28:59.822" v="7795" actId="20577"/>
          <ac:spMkLst>
            <pc:docMk/>
            <pc:sldMk cId="2503232611" sldId="454"/>
            <ac:spMk id="237" creationId="{05948530-E313-46FC-6035-E882454B9D57}"/>
          </ac:spMkLst>
        </pc:spChg>
        <pc:spChg chg="mod">
          <ac:chgData name="Marin Pellan" userId="3f7c0edb-e8ec-4a37-8825-7980f4e34b60" providerId="ADAL" clId="{8933617A-6A37-414A-8E09-9C6B98F6846B}" dt="2025-11-11T18:29:20.299" v="7796" actId="20577"/>
          <ac:spMkLst>
            <pc:docMk/>
            <pc:sldMk cId="2503232611" sldId="454"/>
            <ac:spMk id="238" creationId="{E334E247-7CA8-A569-61DF-0AF8AEDB4D7C}"/>
          </ac:spMkLst>
        </pc:spChg>
      </pc:sldChg>
      <pc:sldChg chg="modSp del mod">
        <pc:chgData name="Marin Pellan" userId="3f7c0edb-e8ec-4a37-8825-7980f4e34b60" providerId="ADAL" clId="{8933617A-6A37-414A-8E09-9C6B98F6846B}" dt="2025-11-11T14:48:44.202" v="5241" actId="47"/>
        <pc:sldMkLst>
          <pc:docMk/>
          <pc:sldMk cId="2010424311" sldId="455"/>
        </pc:sldMkLst>
      </pc:sldChg>
      <pc:sldChg chg="addSp delSp modSp add mod">
        <pc:chgData name="Marin Pellan" userId="3f7c0edb-e8ec-4a37-8825-7980f4e34b60" providerId="ADAL" clId="{8933617A-6A37-414A-8E09-9C6B98F6846B}" dt="2025-11-11T19:14:10.352" v="7895" actId="20577"/>
        <pc:sldMkLst>
          <pc:docMk/>
          <pc:sldMk cId="2482214236" sldId="455"/>
        </pc:sldMkLst>
        <pc:spChg chg="add mod">
          <ac:chgData name="Marin Pellan" userId="3f7c0edb-e8ec-4a37-8825-7980f4e34b60" providerId="ADAL" clId="{8933617A-6A37-414A-8E09-9C6B98F6846B}" dt="2025-11-11T19:14:10.352" v="7895" actId="20577"/>
          <ac:spMkLst>
            <pc:docMk/>
            <pc:sldMk cId="2482214236" sldId="455"/>
            <ac:spMk id="4" creationId="{8A73E691-1969-DDC4-F984-7CF112ACEB27}"/>
          </ac:spMkLst>
        </pc:spChg>
        <pc:spChg chg="del">
          <ac:chgData name="Marin Pellan" userId="3f7c0edb-e8ec-4a37-8825-7980f4e34b60" providerId="ADAL" clId="{8933617A-6A37-414A-8E09-9C6B98F6846B}" dt="2025-11-11T19:01:44.316" v="7812" actId="478"/>
          <ac:spMkLst>
            <pc:docMk/>
            <pc:sldMk cId="2482214236" sldId="455"/>
            <ac:spMk id="8" creationId="{925F82C3-F8F8-6FA0-4D8B-B558A2CCD0C5}"/>
          </ac:spMkLst>
        </pc:spChg>
        <pc:spChg chg="del">
          <ac:chgData name="Marin Pellan" userId="3f7c0edb-e8ec-4a37-8825-7980f4e34b60" providerId="ADAL" clId="{8933617A-6A37-414A-8E09-9C6B98F6846B}" dt="2025-11-11T19:01:46.118" v="7814" actId="478"/>
          <ac:spMkLst>
            <pc:docMk/>
            <pc:sldMk cId="2482214236" sldId="455"/>
            <ac:spMk id="9" creationId="{D8842383-CE90-6CA3-EBCE-231340FA68C9}"/>
          </ac:spMkLst>
        </pc:spChg>
        <pc:spChg chg="del">
          <ac:chgData name="Marin Pellan" userId="3f7c0edb-e8ec-4a37-8825-7980f4e34b60" providerId="ADAL" clId="{8933617A-6A37-414A-8E09-9C6B98F6846B}" dt="2025-11-11T19:01:44.883" v="7813" actId="478"/>
          <ac:spMkLst>
            <pc:docMk/>
            <pc:sldMk cId="2482214236" sldId="455"/>
            <ac:spMk id="12" creationId="{CBA8C08C-E491-3C96-6C05-2E12CD7998F2}"/>
          </ac:spMkLst>
        </pc:spChg>
        <pc:picChg chg="add mod">
          <ac:chgData name="Marin Pellan" userId="3f7c0edb-e8ec-4a37-8825-7980f4e34b60" providerId="ADAL" clId="{8933617A-6A37-414A-8E09-9C6B98F6846B}" dt="2025-11-11T19:01:50.053" v="7815" actId="1076"/>
          <ac:picMkLst>
            <pc:docMk/>
            <pc:sldMk cId="2482214236" sldId="455"/>
            <ac:picMk id="3" creationId="{7838CAC1-E20F-7B5C-4AA1-33660D20590A}"/>
          </ac:picMkLst>
        </pc:picChg>
        <pc:picChg chg="del">
          <ac:chgData name="Marin Pellan" userId="3f7c0edb-e8ec-4a37-8825-7980f4e34b60" providerId="ADAL" clId="{8933617A-6A37-414A-8E09-9C6B98F6846B}" dt="2025-11-11T19:01:28.175" v="7806" actId="478"/>
          <ac:picMkLst>
            <pc:docMk/>
            <pc:sldMk cId="2482214236" sldId="455"/>
            <ac:picMk id="6" creationId="{E96CB7EA-CA9D-0057-E930-6493F3A903A9}"/>
          </ac:picMkLst>
        </pc:picChg>
        <pc:picChg chg="del">
          <ac:chgData name="Marin Pellan" userId="3f7c0edb-e8ec-4a37-8825-7980f4e34b60" providerId="ADAL" clId="{8933617A-6A37-414A-8E09-9C6B98F6846B}" dt="2025-11-11T19:01:26.988" v="7805" actId="478"/>
          <ac:picMkLst>
            <pc:docMk/>
            <pc:sldMk cId="2482214236" sldId="455"/>
            <ac:picMk id="11" creationId="{89EC1107-DF92-61C2-14F9-048EBD9841C8}"/>
          </ac:picMkLst>
        </pc:picChg>
      </pc:sldChg>
      <pc:sldChg chg="addSp delSp modSp add mod">
        <pc:chgData name="Marin Pellan" userId="3f7c0edb-e8ec-4a37-8825-7980f4e34b60" providerId="ADAL" clId="{8933617A-6A37-414A-8E09-9C6B98F6846B}" dt="2025-11-11T19:25:08.189" v="8059" actId="20577"/>
        <pc:sldMkLst>
          <pc:docMk/>
          <pc:sldMk cId="2624286044" sldId="456"/>
        </pc:sldMkLst>
        <pc:spChg chg="del">
          <ac:chgData name="Marin Pellan" userId="3f7c0edb-e8ec-4a37-8825-7980f4e34b60" providerId="ADAL" clId="{8933617A-6A37-414A-8E09-9C6B98F6846B}" dt="2025-11-11T19:23:03.077" v="7932" actId="478"/>
          <ac:spMkLst>
            <pc:docMk/>
            <pc:sldMk cId="2624286044" sldId="456"/>
            <ac:spMk id="4" creationId="{9D2B0556-2885-0308-26B0-B5D18674231A}"/>
          </ac:spMkLst>
        </pc:spChg>
        <pc:spChg chg="add mod">
          <ac:chgData name="Marin Pellan" userId="3f7c0edb-e8ec-4a37-8825-7980f4e34b60" providerId="ADAL" clId="{8933617A-6A37-414A-8E09-9C6B98F6846B}" dt="2025-11-11T19:25:08.189" v="8059" actId="20577"/>
          <ac:spMkLst>
            <pc:docMk/>
            <pc:sldMk cId="2624286044" sldId="456"/>
            <ac:spMk id="5" creationId="{5DC8DB8B-A341-2402-BC2B-02CC49CE0538}"/>
          </ac:spMkLst>
        </pc:spChg>
        <pc:graphicFrameChg chg="add mod">
          <ac:chgData name="Marin Pellan" userId="3f7c0edb-e8ec-4a37-8825-7980f4e34b60" providerId="ADAL" clId="{8933617A-6A37-414A-8E09-9C6B98F6846B}" dt="2025-11-11T19:24:15.365" v="7939" actId="1076"/>
          <ac:graphicFrameMkLst>
            <pc:docMk/>
            <pc:sldMk cId="2624286044" sldId="456"/>
            <ac:graphicFrameMk id="2" creationId="{A8166789-171C-A5C2-8F62-30A3C58224D6}"/>
          </ac:graphicFrameMkLst>
        </pc:graphicFrameChg>
        <pc:picChg chg="del">
          <ac:chgData name="Marin Pellan" userId="3f7c0edb-e8ec-4a37-8825-7980f4e34b60" providerId="ADAL" clId="{8933617A-6A37-414A-8E09-9C6B98F6846B}" dt="2025-11-11T19:23:00.439" v="7931" actId="478"/>
          <ac:picMkLst>
            <pc:docMk/>
            <pc:sldMk cId="2624286044" sldId="456"/>
            <ac:picMk id="3" creationId="{CE5A3889-0CC7-F0B6-93CA-3EEE497F98F0}"/>
          </ac:picMkLst>
        </pc:picChg>
      </pc:sldChg>
      <pc:sldChg chg="modSp del mod modNotesTx">
        <pc:chgData name="Marin Pellan" userId="3f7c0edb-e8ec-4a37-8825-7980f4e34b60" providerId="ADAL" clId="{8933617A-6A37-414A-8E09-9C6B98F6846B}" dt="2025-11-11T14:48:44.202" v="5241" actId="47"/>
        <pc:sldMkLst>
          <pc:docMk/>
          <pc:sldMk cId="1908517734" sldId="457"/>
        </pc:sldMkLst>
      </pc:sldChg>
      <pc:sldChg chg="del">
        <pc:chgData name="Marin Pellan" userId="3f7c0edb-e8ec-4a37-8825-7980f4e34b60" providerId="ADAL" clId="{8933617A-6A37-414A-8E09-9C6B98F6846B}" dt="2025-10-16T12:45:05.060" v="1168" actId="2696"/>
        <pc:sldMkLst>
          <pc:docMk/>
          <pc:sldMk cId="2608678175" sldId="458"/>
        </pc:sldMkLst>
      </pc:sldChg>
      <pc:sldChg chg="modSp del">
        <pc:chgData name="Marin Pellan" userId="3f7c0edb-e8ec-4a37-8825-7980f4e34b60" providerId="ADAL" clId="{8933617A-6A37-414A-8E09-9C6B98F6846B}" dt="2025-11-11T14:48:44.202" v="5241" actId="47"/>
        <pc:sldMkLst>
          <pc:docMk/>
          <pc:sldMk cId="4223000128" sldId="459"/>
        </pc:sldMkLst>
      </pc:sldChg>
      <pc:sldChg chg="modSp del mod ord">
        <pc:chgData name="Marin Pellan" userId="3f7c0edb-e8ec-4a37-8825-7980f4e34b60" providerId="ADAL" clId="{8933617A-6A37-414A-8E09-9C6B98F6846B}" dt="2025-11-11T14:48:44.202" v="5241" actId="47"/>
        <pc:sldMkLst>
          <pc:docMk/>
          <pc:sldMk cId="1007308353" sldId="460"/>
        </pc:sldMkLst>
      </pc:sldChg>
      <pc:sldChg chg="del">
        <pc:chgData name="Marin Pellan" userId="3f7c0edb-e8ec-4a37-8825-7980f4e34b60" providerId="ADAL" clId="{8933617A-6A37-414A-8E09-9C6B98F6846B}" dt="2025-11-11T14:48:32.833" v="5240" actId="47"/>
        <pc:sldMkLst>
          <pc:docMk/>
          <pc:sldMk cId="1497767637" sldId="461"/>
        </pc:sldMkLst>
      </pc:sldChg>
      <pc:sldChg chg="modSp del">
        <pc:chgData name="Marin Pellan" userId="3f7c0edb-e8ec-4a37-8825-7980f4e34b60" providerId="ADAL" clId="{8933617A-6A37-414A-8E09-9C6B98F6846B}" dt="2025-11-11T14:48:44.202" v="5241" actId="47"/>
        <pc:sldMkLst>
          <pc:docMk/>
          <pc:sldMk cId="3818298002" sldId="463"/>
        </pc:sldMkLst>
      </pc:sldChg>
      <pc:sldChg chg="addSp delSp modSp del mod modAnim modNotesTx">
        <pc:chgData name="Marin Pellan" userId="3f7c0edb-e8ec-4a37-8825-7980f4e34b60" providerId="ADAL" clId="{8933617A-6A37-414A-8E09-9C6B98F6846B}" dt="2025-11-11T14:48:44.202" v="5241" actId="47"/>
        <pc:sldMkLst>
          <pc:docMk/>
          <pc:sldMk cId="1201482134" sldId="464"/>
        </pc:sldMkLst>
      </pc:sldChg>
      <pc:sldChg chg="del">
        <pc:chgData name="Marin Pellan" userId="3f7c0edb-e8ec-4a37-8825-7980f4e34b60" providerId="ADAL" clId="{8933617A-6A37-414A-8E09-9C6B98F6846B}" dt="2025-10-16T12:56:24.032" v="1441" actId="47"/>
        <pc:sldMkLst>
          <pc:docMk/>
          <pc:sldMk cId="3524467808" sldId="465"/>
        </pc:sldMkLst>
      </pc:sldChg>
      <pc:sldChg chg="addSp delSp modSp add del mod modAnim modNotesTx">
        <pc:chgData name="Marin Pellan" userId="3f7c0edb-e8ec-4a37-8825-7980f4e34b60" providerId="ADAL" clId="{8933617A-6A37-414A-8E09-9C6B98F6846B}" dt="2025-11-11T14:48:44.202" v="5241" actId="47"/>
        <pc:sldMkLst>
          <pc:docMk/>
          <pc:sldMk cId="259333388" sldId="466"/>
        </pc:sldMkLst>
      </pc:sldChg>
      <pc:sldChg chg="modSp add del mod ord modShow">
        <pc:chgData name="Marin Pellan" userId="3f7c0edb-e8ec-4a37-8825-7980f4e34b60" providerId="ADAL" clId="{8933617A-6A37-414A-8E09-9C6B98F6846B}" dt="2025-10-16T12:45:18.969" v="1169" actId="47"/>
        <pc:sldMkLst>
          <pc:docMk/>
          <pc:sldMk cId="423561051" sldId="467"/>
        </pc:sldMkLst>
      </pc:sldChg>
      <pc:sldChg chg="modSp add del mod modNotesTx">
        <pc:chgData name="Marin Pellan" userId="3f7c0edb-e8ec-4a37-8825-7980f4e34b60" providerId="ADAL" clId="{8933617A-6A37-414A-8E09-9C6B98F6846B}" dt="2025-11-11T14:48:44.202" v="5241" actId="47"/>
        <pc:sldMkLst>
          <pc:docMk/>
          <pc:sldMk cId="498565767" sldId="468"/>
        </pc:sldMkLst>
      </pc:sldChg>
      <pc:sldMasterChg chg="delSldLayout">
        <pc:chgData name="Marin Pellan" userId="3f7c0edb-e8ec-4a37-8825-7980f4e34b60" providerId="ADAL" clId="{8933617A-6A37-414A-8E09-9C6B98F6846B}" dt="2025-11-11T16:26:46.957" v="7119" actId="47"/>
        <pc:sldMasterMkLst>
          <pc:docMk/>
          <pc:sldMasterMk cId="974606493" sldId="2147483648"/>
        </pc:sldMasterMkLst>
        <pc:sldLayoutChg chg="del">
          <pc:chgData name="Marin Pellan" userId="3f7c0edb-e8ec-4a37-8825-7980f4e34b60" providerId="ADAL" clId="{8933617A-6A37-414A-8E09-9C6B98F6846B}" dt="2025-11-11T16:26:46.957" v="7119" actId="47"/>
          <pc:sldLayoutMkLst>
            <pc:docMk/>
            <pc:sldMasterMk cId="974606493" sldId="2147483648"/>
            <pc:sldLayoutMk cId="2562358734" sldId="2147483674"/>
          </pc:sldLayoutMkLst>
        </pc:sldLayoutChg>
      </pc:sldMasterChg>
    </pc:docChg>
  </pc:docChgLst>
  <pc:docChgLst>
    <pc:chgData name="Marin PELLAN" userId="b769edc3-00f3-432c-88ea-f74fb5c6c1e4" providerId="ADAL" clId="{A3EF4D50-4352-473B-A895-EAC915CFE061}"/>
    <pc:docChg chg="undo custSel addSld delSld modSld sldOrd">
      <pc:chgData name="Marin PELLAN" userId="b769edc3-00f3-432c-88ea-f74fb5c6c1e4" providerId="ADAL" clId="{A3EF4D50-4352-473B-A895-EAC915CFE061}" dt="2025-09-09T07:13:03.228" v="18681" actId="478"/>
      <pc:docMkLst>
        <pc:docMk/>
      </pc:docMkLst>
      <pc:sldChg chg="addSp delSp modSp mod">
        <pc:chgData name="Marin PELLAN" userId="b769edc3-00f3-432c-88ea-f74fb5c6c1e4" providerId="ADAL" clId="{A3EF4D50-4352-473B-A895-EAC915CFE061}" dt="2025-08-29T07:44:37.556" v="5" actId="1076"/>
        <pc:sldMkLst>
          <pc:docMk/>
          <pc:sldMk cId="606441652" sldId="256"/>
        </pc:sldMkLst>
      </pc:sldChg>
      <pc:sldChg chg="addSp delSp modSp mod modNotesTx">
        <pc:chgData name="Marin PELLAN" userId="b769edc3-00f3-432c-88ea-f74fb5c6c1e4" providerId="ADAL" clId="{A3EF4D50-4352-473B-A895-EAC915CFE061}" dt="2025-09-05T13:11:44.745" v="7155" actId="20577"/>
        <pc:sldMkLst>
          <pc:docMk/>
          <pc:sldMk cId="1228958772" sldId="257"/>
        </pc:sldMkLst>
      </pc:sldChg>
      <pc:sldChg chg="addSp delSp modSp mod">
        <pc:chgData name="Marin PELLAN" userId="b769edc3-00f3-432c-88ea-f74fb5c6c1e4" providerId="ADAL" clId="{A3EF4D50-4352-473B-A895-EAC915CFE061}" dt="2025-09-08T14:20:37.927" v="18645"/>
        <pc:sldMkLst>
          <pc:docMk/>
          <pc:sldMk cId="2570531176" sldId="261"/>
        </pc:sldMkLst>
      </pc:sldChg>
      <pc:sldChg chg="delSp modSp mod modNotesTx">
        <pc:chgData name="Marin PELLAN" userId="b769edc3-00f3-432c-88ea-f74fb5c6c1e4" providerId="ADAL" clId="{A3EF4D50-4352-473B-A895-EAC915CFE061}" dt="2025-09-05T13:06:40.110" v="7031" actId="20577"/>
        <pc:sldMkLst>
          <pc:docMk/>
          <pc:sldMk cId="1103480395" sldId="262"/>
        </pc:sldMkLst>
      </pc:sldChg>
      <pc:sldChg chg="del">
        <pc:chgData name="Marin PELLAN" userId="b769edc3-00f3-432c-88ea-f74fb5c6c1e4" providerId="ADAL" clId="{A3EF4D50-4352-473B-A895-EAC915CFE061}" dt="2025-09-02T08:37:10.609" v="1590" actId="47"/>
        <pc:sldMkLst>
          <pc:docMk/>
          <pc:sldMk cId="1208209852" sldId="263"/>
        </pc:sldMkLst>
      </pc:sldChg>
      <pc:sldChg chg="add">
        <pc:chgData name="Marin PELLAN" userId="b769edc3-00f3-432c-88ea-f74fb5c6c1e4" providerId="ADAL" clId="{A3EF4D50-4352-473B-A895-EAC915CFE061}" dt="2025-09-08T14:21:31.299" v="18654"/>
        <pc:sldMkLst>
          <pc:docMk/>
          <pc:sldMk cId="2903805211" sldId="370"/>
        </pc:sldMkLst>
      </pc:sldChg>
      <pc:sldChg chg="modSp add mod modNotesTx">
        <pc:chgData name="Marin PELLAN" userId="b769edc3-00f3-432c-88ea-f74fb5c6c1e4" providerId="ADAL" clId="{A3EF4D50-4352-473B-A895-EAC915CFE061}" dt="2025-09-05T13:10:47.865" v="7137" actId="114"/>
        <pc:sldMkLst>
          <pc:docMk/>
          <pc:sldMk cId="4043357937" sldId="391"/>
        </pc:sldMkLst>
      </pc:sldChg>
      <pc:sldChg chg="addSp delSp modSp add mod modAnim modNotesTx">
        <pc:chgData name="Marin PELLAN" userId="b769edc3-00f3-432c-88ea-f74fb5c6c1e4" providerId="ADAL" clId="{A3EF4D50-4352-473B-A895-EAC915CFE061}" dt="2025-09-09T07:12:23.065" v="18677" actId="14100"/>
        <pc:sldMkLst>
          <pc:docMk/>
          <pc:sldMk cId="1467711091" sldId="406"/>
        </pc:sldMkLst>
      </pc:sldChg>
      <pc:sldChg chg="addSp modSp add del mod ord modNotesTx">
        <pc:chgData name="Marin PELLAN" userId="b769edc3-00f3-432c-88ea-f74fb5c6c1e4" providerId="ADAL" clId="{A3EF4D50-4352-473B-A895-EAC915CFE061}" dt="2025-09-09T07:12:36.649" v="18679"/>
        <pc:sldMkLst>
          <pc:docMk/>
          <pc:sldMk cId="2851170084" sldId="414"/>
        </pc:sldMkLst>
      </pc:sldChg>
      <pc:sldChg chg="addSp delSp modSp add mod ord delAnim modAnim modNotesTx">
        <pc:chgData name="Marin PELLAN" userId="b769edc3-00f3-432c-88ea-f74fb5c6c1e4" providerId="ADAL" clId="{A3EF4D50-4352-473B-A895-EAC915CFE061}" dt="2025-09-08T14:14:24.750" v="18555" actId="113"/>
        <pc:sldMkLst>
          <pc:docMk/>
          <pc:sldMk cId="1812626074" sldId="415"/>
        </pc:sldMkLst>
      </pc:sldChg>
      <pc:sldChg chg="addSp modSp add mod ord modShow modNotesTx">
        <pc:chgData name="Marin PELLAN" userId="b769edc3-00f3-432c-88ea-f74fb5c6c1e4" providerId="ADAL" clId="{A3EF4D50-4352-473B-A895-EAC915CFE061}" dt="2025-09-09T06:56:26.209" v="18668" actId="729"/>
        <pc:sldMkLst>
          <pc:docMk/>
          <pc:sldMk cId="3964130477" sldId="416"/>
        </pc:sldMkLst>
      </pc:sldChg>
      <pc:sldChg chg="addSp delSp modSp add mod ord modAnim modNotesTx">
        <pc:chgData name="Marin PELLAN" userId="b769edc3-00f3-432c-88ea-f74fb5c6c1e4" providerId="ADAL" clId="{A3EF4D50-4352-473B-A895-EAC915CFE061}" dt="2025-09-09T07:13:03.228" v="18681" actId="478"/>
        <pc:sldMkLst>
          <pc:docMk/>
          <pc:sldMk cId="4262552753" sldId="417"/>
        </pc:sldMkLst>
      </pc:sldChg>
      <pc:sldChg chg="modSp add del mod">
        <pc:chgData name="Marin PELLAN" userId="b769edc3-00f3-432c-88ea-f74fb5c6c1e4" providerId="ADAL" clId="{A3EF4D50-4352-473B-A895-EAC915CFE061}" dt="2025-09-02T13:53:41.475" v="3130" actId="47"/>
        <pc:sldMkLst>
          <pc:docMk/>
          <pc:sldMk cId="1219246207" sldId="418"/>
        </pc:sldMkLst>
      </pc:sldChg>
      <pc:sldChg chg="addSp delSp modSp add mod ord modAnim modNotesTx">
        <pc:chgData name="Marin PELLAN" userId="b769edc3-00f3-432c-88ea-f74fb5c6c1e4" providerId="ADAL" clId="{A3EF4D50-4352-473B-A895-EAC915CFE061}" dt="2025-09-08T14:16:35.119" v="18570" actId="113"/>
        <pc:sldMkLst>
          <pc:docMk/>
          <pc:sldMk cId="1470467540" sldId="419"/>
        </pc:sldMkLst>
      </pc:sldChg>
      <pc:sldChg chg="add del">
        <pc:chgData name="Marin PELLAN" userId="b769edc3-00f3-432c-88ea-f74fb5c6c1e4" providerId="ADAL" clId="{A3EF4D50-4352-473B-A895-EAC915CFE061}" dt="2025-09-01T08:56:37.207" v="291" actId="47"/>
        <pc:sldMkLst>
          <pc:docMk/>
          <pc:sldMk cId="3216233358" sldId="420"/>
        </pc:sldMkLst>
      </pc:sldChg>
      <pc:sldChg chg="addSp delSp modSp add del mod">
        <pc:chgData name="Marin PELLAN" userId="b769edc3-00f3-432c-88ea-f74fb5c6c1e4" providerId="ADAL" clId="{A3EF4D50-4352-473B-A895-EAC915CFE061}" dt="2025-09-01T08:56:34.661" v="290" actId="47"/>
        <pc:sldMkLst>
          <pc:docMk/>
          <pc:sldMk cId="1350776596" sldId="421"/>
        </pc:sldMkLst>
      </pc:sldChg>
      <pc:sldChg chg="addSp delSp modSp add mod ord modNotesTx">
        <pc:chgData name="Marin PELLAN" userId="b769edc3-00f3-432c-88ea-f74fb5c6c1e4" providerId="ADAL" clId="{A3EF4D50-4352-473B-A895-EAC915CFE061}" dt="2025-09-05T13:18:56.889" v="8318" actId="20577"/>
        <pc:sldMkLst>
          <pc:docMk/>
          <pc:sldMk cId="1293942017" sldId="422"/>
        </pc:sldMkLst>
      </pc:sldChg>
      <pc:sldChg chg="addSp delSp modSp add del mod ord">
        <pc:chgData name="Marin PELLAN" userId="b769edc3-00f3-432c-88ea-f74fb5c6c1e4" providerId="ADAL" clId="{A3EF4D50-4352-473B-A895-EAC915CFE061}" dt="2025-09-02T08:19:08.401" v="1051" actId="47"/>
        <pc:sldMkLst>
          <pc:docMk/>
          <pc:sldMk cId="369347844" sldId="423"/>
        </pc:sldMkLst>
      </pc:sldChg>
      <pc:sldChg chg="modSp add del modAnim">
        <pc:chgData name="Marin PELLAN" userId="b769edc3-00f3-432c-88ea-f74fb5c6c1e4" providerId="ADAL" clId="{A3EF4D50-4352-473B-A895-EAC915CFE061}" dt="2025-09-02T08:51:18.784" v="2240" actId="47"/>
        <pc:sldMkLst>
          <pc:docMk/>
          <pc:sldMk cId="286339796" sldId="424"/>
        </pc:sldMkLst>
      </pc:sldChg>
      <pc:sldChg chg="addSp delSp modSp add del mod">
        <pc:chgData name="Marin PELLAN" userId="b769edc3-00f3-432c-88ea-f74fb5c6c1e4" providerId="ADAL" clId="{A3EF4D50-4352-473B-A895-EAC915CFE061}" dt="2025-09-02T08:19:09.102" v="1052" actId="47"/>
        <pc:sldMkLst>
          <pc:docMk/>
          <pc:sldMk cId="2016991240" sldId="425"/>
        </pc:sldMkLst>
      </pc:sldChg>
      <pc:sldChg chg="addSp delSp modSp add mod modAnim modNotesTx">
        <pc:chgData name="Marin PELLAN" userId="b769edc3-00f3-432c-88ea-f74fb5c6c1e4" providerId="ADAL" clId="{A3EF4D50-4352-473B-A895-EAC915CFE061}" dt="2025-09-05T14:13:08.872" v="14098" actId="12"/>
        <pc:sldMkLst>
          <pc:docMk/>
          <pc:sldMk cId="3853266565" sldId="426"/>
        </pc:sldMkLst>
      </pc:sldChg>
      <pc:sldChg chg="modSp add del mod ord">
        <pc:chgData name="Marin PELLAN" userId="b769edc3-00f3-432c-88ea-f74fb5c6c1e4" providerId="ADAL" clId="{A3EF4D50-4352-473B-A895-EAC915CFE061}" dt="2025-09-05T09:44:10.391" v="3632" actId="47"/>
        <pc:sldMkLst>
          <pc:docMk/>
          <pc:sldMk cId="2294495474" sldId="427"/>
        </pc:sldMkLst>
      </pc:sldChg>
      <pc:sldChg chg="modSp add mod">
        <pc:chgData name="Marin PELLAN" userId="b769edc3-00f3-432c-88ea-f74fb5c6c1e4" providerId="ADAL" clId="{A3EF4D50-4352-473B-A895-EAC915CFE061}" dt="2025-09-05T09:51:02.780" v="4065" actId="403"/>
        <pc:sldMkLst>
          <pc:docMk/>
          <pc:sldMk cId="2973935453" sldId="428"/>
        </pc:sldMkLst>
      </pc:sldChg>
      <pc:sldChg chg="modSp add mod ord">
        <pc:chgData name="Marin PELLAN" userId="b769edc3-00f3-432c-88ea-f74fb5c6c1e4" providerId="ADAL" clId="{A3EF4D50-4352-473B-A895-EAC915CFE061}" dt="2025-09-05T09:59:29.243" v="4483" actId="403"/>
        <pc:sldMkLst>
          <pc:docMk/>
          <pc:sldMk cId="705079609" sldId="429"/>
        </pc:sldMkLst>
      </pc:sldChg>
      <pc:sldChg chg="modSp add mod ord">
        <pc:chgData name="Marin PELLAN" userId="b769edc3-00f3-432c-88ea-f74fb5c6c1e4" providerId="ADAL" clId="{A3EF4D50-4352-473B-A895-EAC915CFE061}" dt="2025-09-05T09:44:23.001" v="3638" actId="20577"/>
        <pc:sldMkLst>
          <pc:docMk/>
          <pc:sldMk cId="2299162495" sldId="430"/>
        </pc:sldMkLst>
      </pc:sldChg>
      <pc:sldChg chg="addSp delSp modSp add mod ord modAnim modNotesTx">
        <pc:chgData name="Marin PELLAN" userId="b769edc3-00f3-432c-88ea-f74fb5c6c1e4" providerId="ADAL" clId="{A3EF4D50-4352-473B-A895-EAC915CFE061}" dt="2025-09-08T14:21:54.054" v="18660"/>
        <pc:sldMkLst>
          <pc:docMk/>
          <pc:sldMk cId="4161985671" sldId="431"/>
        </pc:sldMkLst>
      </pc:sldChg>
      <pc:sldChg chg="addSp delSp modSp add mod ord modNotesTx">
        <pc:chgData name="Marin PELLAN" userId="b769edc3-00f3-432c-88ea-f74fb5c6c1e4" providerId="ADAL" clId="{A3EF4D50-4352-473B-A895-EAC915CFE061}" dt="2025-09-08T14:19:06.075" v="18639" actId="208"/>
        <pc:sldMkLst>
          <pc:docMk/>
          <pc:sldMk cId="2763501818" sldId="432"/>
        </pc:sldMkLst>
      </pc:sldChg>
      <pc:sldChg chg="addSp delSp modSp add mod ord delAnim modAnim modNotesTx">
        <pc:chgData name="Marin PELLAN" userId="b769edc3-00f3-432c-88ea-f74fb5c6c1e4" providerId="ADAL" clId="{A3EF4D50-4352-473B-A895-EAC915CFE061}" dt="2025-09-08T14:15:47.413" v="18565" actId="404"/>
        <pc:sldMkLst>
          <pc:docMk/>
          <pc:sldMk cId="2076818017" sldId="433"/>
        </pc:sldMkLst>
      </pc:sldChg>
      <pc:sldChg chg="add del">
        <pc:chgData name="Marin PELLAN" userId="b769edc3-00f3-432c-88ea-f74fb5c6c1e4" providerId="ADAL" clId="{A3EF4D50-4352-473B-A895-EAC915CFE061}" dt="2025-09-02T09:08:00.455" v="2700" actId="47"/>
        <pc:sldMkLst>
          <pc:docMk/>
          <pc:sldMk cId="1552687034" sldId="434"/>
        </pc:sldMkLst>
      </pc:sldChg>
      <pc:sldChg chg="delSp modSp add del mod ord modAnim">
        <pc:chgData name="Marin PELLAN" userId="b769edc3-00f3-432c-88ea-f74fb5c6c1e4" providerId="ADAL" clId="{A3EF4D50-4352-473B-A895-EAC915CFE061}" dt="2025-09-05T12:36:58.123" v="5814" actId="47"/>
        <pc:sldMkLst>
          <pc:docMk/>
          <pc:sldMk cId="999469206" sldId="435"/>
        </pc:sldMkLst>
      </pc:sldChg>
      <pc:sldChg chg="addSp modSp add del mod ord modAnim modNotesTx">
        <pc:chgData name="Marin PELLAN" userId="b769edc3-00f3-432c-88ea-f74fb5c6c1e4" providerId="ADAL" clId="{A3EF4D50-4352-473B-A895-EAC915CFE061}" dt="2025-09-08T14:21:58.959" v="18665"/>
        <pc:sldMkLst>
          <pc:docMk/>
          <pc:sldMk cId="710984557" sldId="436"/>
        </pc:sldMkLst>
      </pc:sldChg>
      <pc:sldChg chg="addSp delSp modSp add mod ord delAnim modAnim modNotesTx">
        <pc:chgData name="Marin PELLAN" userId="b769edc3-00f3-432c-88ea-f74fb5c6c1e4" providerId="ADAL" clId="{A3EF4D50-4352-473B-A895-EAC915CFE061}" dt="2025-09-05T14:42:00.315" v="17221" actId="113"/>
        <pc:sldMkLst>
          <pc:docMk/>
          <pc:sldMk cId="3160168384" sldId="437"/>
        </pc:sldMkLst>
      </pc:sldChg>
      <pc:sldChg chg="addSp delSp modSp add mod ord modNotesTx">
        <pc:chgData name="Marin PELLAN" userId="b769edc3-00f3-432c-88ea-f74fb5c6c1e4" providerId="ADAL" clId="{A3EF4D50-4352-473B-A895-EAC915CFE061}" dt="2025-09-05T14:29:59.365" v="16437" actId="113"/>
        <pc:sldMkLst>
          <pc:docMk/>
          <pc:sldMk cId="4293845408" sldId="438"/>
        </pc:sldMkLst>
      </pc:sldChg>
      <pc:sldChg chg="modSp add del mod">
        <pc:chgData name="Marin PELLAN" userId="b769edc3-00f3-432c-88ea-f74fb5c6c1e4" providerId="ADAL" clId="{A3EF4D50-4352-473B-A895-EAC915CFE061}" dt="2025-09-05T09:28:53.640" v="3272" actId="47"/>
        <pc:sldMkLst>
          <pc:docMk/>
          <pc:sldMk cId="2189688096" sldId="439"/>
        </pc:sldMkLst>
      </pc:sldChg>
      <pc:sldChg chg="addSp delSp modSp add mod ord modShow">
        <pc:chgData name="Marin PELLAN" userId="b769edc3-00f3-432c-88ea-f74fb5c6c1e4" providerId="ADAL" clId="{A3EF4D50-4352-473B-A895-EAC915CFE061}" dt="2025-09-09T06:56:38.068" v="18671"/>
        <pc:sldMkLst>
          <pc:docMk/>
          <pc:sldMk cId="3272640668" sldId="440"/>
        </pc:sldMkLst>
      </pc:sldChg>
      <pc:sldChg chg="addSp modSp add mod modNotesTx">
        <pc:chgData name="Marin PELLAN" userId="b769edc3-00f3-432c-88ea-f74fb5c6c1e4" providerId="ADAL" clId="{A3EF4D50-4352-473B-A895-EAC915CFE061}" dt="2025-09-05T14:43:12.167" v="17482" actId="20577"/>
        <pc:sldMkLst>
          <pc:docMk/>
          <pc:sldMk cId="891402164" sldId="441"/>
        </pc:sldMkLst>
      </pc:sldChg>
      <pc:sldChg chg="addSp modSp add mod modNotesTx">
        <pc:chgData name="Marin PELLAN" userId="b769edc3-00f3-432c-88ea-f74fb5c6c1e4" providerId="ADAL" clId="{A3EF4D50-4352-473B-A895-EAC915CFE061}" dt="2025-09-05T14:44:41.767" v="17803" actId="20577"/>
        <pc:sldMkLst>
          <pc:docMk/>
          <pc:sldMk cId="573316661" sldId="442"/>
        </pc:sldMkLst>
      </pc:sldChg>
      <pc:sldChg chg="modSp add del mod ord">
        <pc:chgData name="Marin PELLAN" userId="b769edc3-00f3-432c-88ea-f74fb5c6c1e4" providerId="ADAL" clId="{A3EF4D50-4352-473B-A895-EAC915CFE061}" dt="2025-09-05T09:40:15.956" v="3538" actId="47"/>
        <pc:sldMkLst>
          <pc:docMk/>
          <pc:sldMk cId="1125204257" sldId="443"/>
        </pc:sldMkLst>
      </pc:sldChg>
      <pc:sldChg chg="addSp delSp modSp add mod ord modAnim modNotesTx">
        <pc:chgData name="Marin PELLAN" userId="b769edc3-00f3-432c-88ea-f74fb5c6c1e4" providerId="ADAL" clId="{A3EF4D50-4352-473B-A895-EAC915CFE061}" dt="2025-09-05T14:26:31.502" v="15916" actId="6549"/>
        <pc:sldMkLst>
          <pc:docMk/>
          <pc:sldMk cId="867276565" sldId="444"/>
        </pc:sldMkLst>
      </pc:sldChg>
      <pc:sldChg chg="delSp add del mod">
        <pc:chgData name="Marin PELLAN" userId="b769edc3-00f3-432c-88ea-f74fb5c6c1e4" providerId="ADAL" clId="{A3EF4D50-4352-473B-A895-EAC915CFE061}" dt="2025-09-08T14:21:11.023" v="18653" actId="47"/>
        <pc:sldMkLst>
          <pc:docMk/>
          <pc:sldMk cId="2931844770" sldId="445"/>
        </pc:sldMkLst>
      </pc:sldChg>
      <pc:sldChg chg="add del ord">
        <pc:chgData name="Marin PELLAN" userId="b769edc3-00f3-432c-88ea-f74fb5c6c1e4" providerId="ADAL" clId="{A3EF4D50-4352-473B-A895-EAC915CFE061}" dt="2025-09-08T14:21:34.976" v="18655" actId="47"/>
        <pc:sldMkLst>
          <pc:docMk/>
          <pc:sldMk cId="1128801346" sldId="446"/>
        </pc:sldMkLst>
      </pc:sldChg>
    </pc:docChg>
  </pc:docChgLst>
  <pc:docChgLst>
    <pc:chgData name="Marin Pellan" userId="3f7c0edb-e8ec-4a37-8825-7980f4e34b60" providerId="ADAL" clId="{CA649601-C1DE-4538-84D5-097D02B7D173}"/>
    <pc:docChg chg="undo custSel addSld delSld modSld sldOrd">
      <pc:chgData name="Marin Pellan" userId="3f7c0edb-e8ec-4a37-8825-7980f4e34b60" providerId="ADAL" clId="{CA649601-C1DE-4538-84D5-097D02B7D173}" dt="2025-10-16T01:16:09.122" v="7072" actId="47"/>
      <pc:docMkLst>
        <pc:docMk/>
      </pc:docMkLst>
      <pc:sldChg chg="addSp delSp modSp mod ord delAnim modShow">
        <pc:chgData name="Marin Pellan" userId="3f7c0edb-e8ec-4a37-8825-7980f4e34b60" providerId="ADAL" clId="{CA649601-C1DE-4538-84D5-097D02B7D173}" dt="2025-10-16T00:01:15.327" v="5528" actId="729"/>
        <pc:sldMkLst>
          <pc:docMk/>
          <pc:sldMk cId="3346293099" sldId="398"/>
        </pc:sldMkLst>
      </pc:sldChg>
      <pc:sldChg chg="modSp mod ord">
        <pc:chgData name="Marin Pellan" userId="3f7c0edb-e8ec-4a37-8825-7980f4e34b60" providerId="ADAL" clId="{CA649601-C1DE-4538-84D5-097D02B7D173}" dt="2025-10-16T00:25:07.253" v="5640" actId="1076"/>
        <pc:sldMkLst>
          <pc:docMk/>
          <pc:sldMk cId="1467711091" sldId="406"/>
        </pc:sldMkLst>
      </pc:sldChg>
      <pc:sldChg chg="del">
        <pc:chgData name="Marin Pellan" userId="3f7c0edb-e8ec-4a37-8825-7980f4e34b60" providerId="ADAL" clId="{CA649601-C1DE-4538-84D5-097D02B7D173}" dt="2025-10-16T01:16:02.533" v="7067" actId="47"/>
        <pc:sldMkLst>
          <pc:docMk/>
          <pc:sldMk cId="2851170084" sldId="414"/>
        </pc:sldMkLst>
      </pc:sldChg>
      <pc:sldChg chg="modAnim">
        <pc:chgData name="Marin Pellan" userId="3f7c0edb-e8ec-4a37-8825-7980f4e34b60" providerId="ADAL" clId="{CA649601-C1DE-4538-84D5-097D02B7D173}" dt="2025-10-16T00:31:30.456" v="5809"/>
        <pc:sldMkLst>
          <pc:docMk/>
          <pc:sldMk cId="1812626074" sldId="415"/>
        </pc:sldMkLst>
      </pc:sldChg>
      <pc:sldChg chg="del">
        <pc:chgData name="Marin Pellan" userId="3f7c0edb-e8ec-4a37-8825-7980f4e34b60" providerId="ADAL" clId="{CA649601-C1DE-4538-84D5-097D02B7D173}" dt="2025-10-16T01:16:09.122" v="7072" actId="47"/>
        <pc:sldMkLst>
          <pc:docMk/>
          <pc:sldMk cId="3964130477" sldId="416"/>
        </pc:sldMkLst>
      </pc:sldChg>
      <pc:sldChg chg="modSp mod">
        <pc:chgData name="Marin Pellan" userId="3f7c0edb-e8ec-4a37-8825-7980f4e34b60" providerId="ADAL" clId="{CA649601-C1DE-4538-84D5-097D02B7D173}" dt="2025-10-16T01:14:24.654" v="7048" actId="20577"/>
        <pc:sldMkLst>
          <pc:docMk/>
          <pc:sldMk cId="4262552753" sldId="417"/>
        </pc:sldMkLst>
      </pc:sldChg>
      <pc:sldChg chg="addSp delSp modSp mod">
        <pc:chgData name="Marin Pellan" userId="3f7c0edb-e8ec-4a37-8825-7980f4e34b60" providerId="ADAL" clId="{CA649601-C1DE-4538-84D5-097D02B7D173}" dt="2025-10-16T00:02:31.507" v="5563" actId="20577"/>
        <pc:sldMkLst>
          <pc:docMk/>
          <pc:sldMk cId="1470467540" sldId="419"/>
        </pc:sldMkLst>
      </pc:sldChg>
      <pc:sldChg chg="addSp modSp mod">
        <pc:chgData name="Marin Pellan" userId="3f7c0edb-e8ec-4a37-8825-7980f4e34b60" providerId="ADAL" clId="{CA649601-C1DE-4538-84D5-097D02B7D173}" dt="2025-10-15T23:57:32.927" v="5494" actId="20577"/>
        <pc:sldMkLst>
          <pc:docMk/>
          <pc:sldMk cId="1293942017" sldId="422"/>
        </pc:sldMkLst>
      </pc:sldChg>
      <pc:sldChg chg="addSp delSp modSp add del mod ord delAnim modAnim">
        <pc:chgData name="Marin Pellan" userId="3f7c0edb-e8ec-4a37-8825-7980f4e34b60" providerId="ADAL" clId="{CA649601-C1DE-4538-84D5-097D02B7D173}" dt="2025-10-16T00:32:40.242" v="5815" actId="20577"/>
        <pc:sldMkLst>
          <pc:docMk/>
          <pc:sldMk cId="3853266565" sldId="426"/>
        </pc:sldMkLst>
      </pc:sldChg>
      <pc:sldChg chg="addSp delSp modSp mod">
        <pc:chgData name="Marin Pellan" userId="3f7c0edb-e8ec-4a37-8825-7980f4e34b60" providerId="ADAL" clId="{CA649601-C1DE-4538-84D5-097D02B7D173}" dt="2025-10-10T21:21:56.077" v="2772" actId="478"/>
        <pc:sldMkLst>
          <pc:docMk/>
          <pc:sldMk cId="2973935453" sldId="428"/>
        </pc:sldMkLst>
      </pc:sldChg>
      <pc:sldChg chg="addSp delSp modSp mod">
        <pc:chgData name="Marin Pellan" userId="3f7c0edb-e8ec-4a37-8825-7980f4e34b60" providerId="ADAL" clId="{CA649601-C1DE-4538-84D5-097D02B7D173}" dt="2025-10-16T00:20:41.031" v="5601" actId="20577"/>
        <pc:sldMkLst>
          <pc:docMk/>
          <pc:sldMk cId="705079609" sldId="429"/>
        </pc:sldMkLst>
      </pc:sldChg>
      <pc:sldChg chg="del ord">
        <pc:chgData name="Marin Pellan" userId="3f7c0edb-e8ec-4a37-8825-7980f4e34b60" providerId="ADAL" clId="{CA649601-C1DE-4538-84D5-097D02B7D173}" dt="2025-10-16T00:47:51.479" v="6249" actId="47"/>
        <pc:sldMkLst>
          <pc:docMk/>
          <pc:sldMk cId="2299162495" sldId="430"/>
        </pc:sldMkLst>
      </pc:sldChg>
      <pc:sldChg chg="addSp delSp modSp mod">
        <pc:chgData name="Marin Pellan" userId="3f7c0edb-e8ec-4a37-8825-7980f4e34b60" providerId="ADAL" clId="{CA649601-C1DE-4538-84D5-097D02B7D173}" dt="2025-10-16T00:36:16.144" v="6207" actId="20577"/>
        <pc:sldMkLst>
          <pc:docMk/>
          <pc:sldMk cId="4161985671" sldId="431"/>
        </pc:sldMkLst>
        <pc:spChg chg="mod">
          <ac:chgData name="Marin Pellan" userId="3f7c0edb-e8ec-4a37-8825-7980f4e34b60" providerId="ADAL" clId="{CA649601-C1DE-4538-84D5-097D02B7D173}" dt="2025-10-16T00:36:16.144" v="6207" actId="20577"/>
          <ac:spMkLst>
            <pc:docMk/>
            <pc:sldMk cId="4161985671" sldId="431"/>
            <ac:spMk id="237" creationId="{DDB29FB0-4BD7-2191-0A73-7699A7D64153}"/>
          </ac:spMkLst>
        </pc:spChg>
      </pc:sldChg>
      <pc:sldChg chg="delSp mod">
        <pc:chgData name="Marin Pellan" userId="3f7c0edb-e8ec-4a37-8825-7980f4e34b60" providerId="ADAL" clId="{CA649601-C1DE-4538-84D5-097D02B7D173}" dt="2025-10-16T01:01:52.107" v="6905" actId="478"/>
        <pc:sldMkLst>
          <pc:docMk/>
          <pc:sldMk cId="2763501818" sldId="432"/>
        </pc:sldMkLst>
      </pc:sldChg>
      <pc:sldChg chg="delSp modSp mod delAnim">
        <pc:chgData name="Marin Pellan" userId="3f7c0edb-e8ec-4a37-8825-7980f4e34b60" providerId="ADAL" clId="{CA649601-C1DE-4538-84D5-097D02B7D173}" dt="2025-10-15T23:59:11.067" v="5509" actId="403"/>
        <pc:sldMkLst>
          <pc:docMk/>
          <pc:sldMk cId="2076818017" sldId="433"/>
        </pc:sldMkLst>
      </pc:sldChg>
      <pc:sldChg chg="modSp mod">
        <pc:chgData name="Marin Pellan" userId="3f7c0edb-e8ec-4a37-8825-7980f4e34b60" providerId="ADAL" clId="{CA649601-C1DE-4538-84D5-097D02B7D173}" dt="2025-10-16T00:42:48.436" v="6248" actId="1076"/>
        <pc:sldMkLst>
          <pc:docMk/>
          <pc:sldMk cId="710984557" sldId="436"/>
        </pc:sldMkLst>
      </pc:sldChg>
      <pc:sldChg chg="del">
        <pc:chgData name="Marin Pellan" userId="3f7c0edb-e8ec-4a37-8825-7980f4e34b60" providerId="ADAL" clId="{CA649601-C1DE-4538-84D5-097D02B7D173}" dt="2025-10-16T01:16:03.889" v="7068" actId="47"/>
        <pc:sldMkLst>
          <pc:docMk/>
          <pc:sldMk cId="3272640668" sldId="440"/>
        </pc:sldMkLst>
      </pc:sldChg>
      <pc:sldChg chg="delSp add del mod">
        <pc:chgData name="Marin Pellan" userId="3f7c0edb-e8ec-4a37-8825-7980f4e34b60" providerId="ADAL" clId="{CA649601-C1DE-4538-84D5-097D02B7D173}" dt="2025-10-16T00:55:27.530" v="6702" actId="47"/>
        <pc:sldMkLst>
          <pc:docMk/>
          <pc:sldMk cId="867276565" sldId="444"/>
        </pc:sldMkLst>
      </pc:sldChg>
      <pc:sldChg chg="modSp mod">
        <pc:chgData name="Marin Pellan" userId="3f7c0edb-e8ec-4a37-8825-7980f4e34b60" providerId="ADAL" clId="{CA649601-C1DE-4538-84D5-097D02B7D173}" dt="2025-10-16T00:49:43.971" v="6339" actId="20577"/>
        <pc:sldMkLst>
          <pc:docMk/>
          <pc:sldMk cId="0" sldId="445"/>
        </pc:sldMkLst>
        <pc:spChg chg="mod">
          <ac:chgData name="Marin Pellan" userId="3f7c0edb-e8ec-4a37-8825-7980f4e34b60" providerId="ADAL" clId="{CA649601-C1DE-4538-84D5-097D02B7D173}" dt="2025-10-16T00:49:43.971" v="6339" actId="20577"/>
          <ac:spMkLst>
            <pc:docMk/>
            <pc:sldMk cId="0" sldId="445"/>
            <ac:spMk id="2" creationId="{9CB439E2-45C1-778F-FA36-506140CD0231}"/>
          </ac:spMkLst>
        </pc:spChg>
      </pc:sldChg>
      <pc:sldChg chg="modSp mod">
        <pc:chgData name="Marin Pellan" userId="3f7c0edb-e8ec-4a37-8825-7980f4e34b60" providerId="ADAL" clId="{CA649601-C1DE-4538-84D5-097D02B7D173}" dt="2025-10-15T23:53:47.712" v="5353" actId="20577"/>
        <pc:sldMkLst>
          <pc:docMk/>
          <pc:sldMk cId="1236594075" sldId="446"/>
        </pc:sldMkLst>
      </pc:sldChg>
      <pc:sldChg chg="modSp mod">
        <pc:chgData name="Marin Pellan" userId="3f7c0edb-e8ec-4a37-8825-7980f4e34b60" providerId="ADAL" clId="{CA649601-C1DE-4538-84D5-097D02B7D173}" dt="2025-10-10T22:02:32.194" v="4480" actId="20577"/>
        <pc:sldMkLst>
          <pc:docMk/>
          <pc:sldMk cId="283390198" sldId="447"/>
        </pc:sldMkLst>
      </pc:sldChg>
      <pc:sldChg chg="addSp modSp mod ord">
        <pc:chgData name="Marin Pellan" userId="3f7c0edb-e8ec-4a37-8825-7980f4e34b60" providerId="ADAL" clId="{CA649601-C1DE-4538-84D5-097D02B7D173}" dt="2025-10-16T00:01:59.247" v="5545" actId="20577"/>
        <pc:sldMkLst>
          <pc:docMk/>
          <pc:sldMk cId="1282596367" sldId="448"/>
        </pc:sldMkLst>
      </pc:sldChg>
      <pc:sldChg chg="modSp del mod ord">
        <pc:chgData name="Marin Pellan" userId="3f7c0edb-e8ec-4a37-8825-7980f4e34b60" providerId="ADAL" clId="{CA649601-C1DE-4538-84D5-097D02B7D173}" dt="2025-10-16T01:16:05.616" v="7069" actId="47"/>
        <pc:sldMkLst>
          <pc:docMk/>
          <pc:sldMk cId="3182802416" sldId="449"/>
        </pc:sldMkLst>
      </pc:sldChg>
      <pc:sldChg chg="addSp delSp modSp del mod ord">
        <pc:chgData name="Marin Pellan" userId="3f7c0edb-e8ec-4a37-8825-7980f4e34b60" providerId="ADAL" clId="{CA649601-C1DE-4538-84D5-097D02B7D173}" dt="2025-10-16T00:48:01.102" v="6250" actId="47"/>
        <pc:sldMkLst>
          <pc:docMk/>
          <pc:sldMk cId="1197619097" sldId="450"/>
        </pc:sldMkLst>
      </pc:sldChg>
      <pc:sldChg chg="addSp delSp modSp add del mod ord delAnim">
        <pc:chgData name="Marin Pellan" userId="3f7c0edb-e8ec-4a37-8825-7980f4e34b60" providerId="ADAL" clId="{CA649601-C1DE-4538-84D5-097D02B7D173}" dt="2025-10-10T21:13:40.962" v="2318" actId="47"/>
        <pc:sldMkLst>
          <pc:docMk/>
          <pc:sldMk cId="461960952" sldId="451"/>
        </pc:sldMkLst>
      </pc:sldChg>
      <pc:sldChg chg="addSp delSp modSp add mod ord">
        <pc:chgData name="Marin Pellan" userId="3f7c0edb-e8ec-4a37-8825-7980f4e34b60" providerId="ADAL" clId="{CA649601-C1DE-4538-84D5-097D02B7D173}" dt="2025-10-16T00:02:18.078" v="5558" actId="20577"/>
        <pc:sldMkLst>
          <pc:docMk/>
          <pc:sldMk cId="716703568" sldId="452"/>
        </pc:sldMkLst>
      </pc:sldChg>
      <pc:sldChg chg="addSp delSp modSp add del mod ord">
        <pc:chgData name="Marin Pellan" userId="3f7c0edb-e8ec-4a37-8825-7980f4e34b60" providerId="ADAL" clId="{CA649601-C1DE-4538-84D5-097D02B7D173}" dt="2025-10-16T01:16:06.576" v="7070" actId="47"/>
        <pc:sldMkLst>
          <pc:docMk/>
          <pc:sldMk cId="770439608" sldId="453"/>
        </pc:sldMkLst>
      </pc:sldChg>
      <pc:sldChg chg="addSp delSp modSp add del mod">
        <pc:chgData name="Marin Pellan" userId="3f7c0edb-e8ec-4a37-8825-7980f4e34b60" providerId="ADAL" clId="{CA649601-C1DE-4538-84D5-097D02B7D173}" dt="2025-10-09T13:56:35.914" v="1805" actId="47"/>
        <pc:sldMkLst>
          <pc:docMk/>
          <pc:sldMk cId="2084207493" sldId="454"/>
        </pc:sldMkLst>
      </pc:sldChg>
      <pc:sldChg chg="addSp modSp add mod ord">
        <pc:chgData name="Marin Pellan" userId="3f7c0edb-e8ec-4a37-8825-7980f4e34b60" providerId="ADAL" clId="{CA649601-C1DE-4538-84D5-097D02B7D173}" dt="2025-10-16T00:33:39.517" v="5873" actId="20577"/>
        <pc:sldMkLst>
          <pc:docMk/>
          <pc:sldMk cId="2010424311" sldId="455"/>
        </pc:sldMkLst>
      </pc:sldChg>
      <pc:sldChg chg="modSp add del mod ord">
        <pc:chgData name="Marin Pellan" userId="3f7c0edb-e8ec-4a37-8825-7980f4e34b60" providerId="ADAL" clId="{CA649601-C1DE-4538-84D5-097D02B7D173}" dt="2025-10-16T01:16:07.365" v="7071" actId="47"/>
        <pc:sldMkLst>
          <pc:docMk/>
          <pc:sldMk cId="2968616022" sldId="456"/>
        </pc:sldMkLst>
      </pc:sldChg>
      <pc:sldChg chg="delSp modSp add mod delAnim">
        <pc:chgData name="Marin Pellan" userId="3f7c0edb-e8ec-4a37-8825-7980f4e34b60" providerId="ADAL" clId="{CA649601-C1DE-4538-84D5-097D02B7D173}" dt="2025-10-16T01:15:03.481" v="7066" actId="20577"/>
        <pc:sldMkLst>
          <pc:docMk/>
          <pc:sldMk cId="1908517734" sldId="457"/>
        </pc:sldMkLst>
      </pc:sldChg>
      <pc:sldChg chg="addSp delSp modSp add mod ord">
        <pc:chgData name="Marin Pellan" userId="3f7c0edb-e8ec-4a37-8825-7980f4e34b60" providerId="ADAL" clId="{CA649601-C1DE-4538-84D5-097D02B7D173}" dt="2025-10-16T01:08:59.780" v="7036"/>
        <pc:sldMkLst>
          <pc:docMk/>
          <pc:sldMk cId="2608678175" sldId="458"/>
        </pc:sldMkLst>
      </pc:sldChg>
      <pc:sldChg chg="add del ord">
        <pc:chgData name="Marin Pellan" userId="3f7c0edb-e8ec-4a37-8825-7980f4e34b60" providerId="ADAL" clId="{CA649601-C1DE-4538-84D5-097D02B7D173}" dt="2025-10-10T22:04:22.661" v="4574" actId="47"/>
        <pc:sldMkLst>
          <pc:docMk/>
          <pc:sldMk cId="1864458909" sldId="459"/>
        </pc:sldMkLst>
      </pc:sldChg>
      <pc:sldChg chg="addSp delSp modSp add mod ord">
        <pc:chgData name="Marin Pellan" userId="3f7c0edb-e8ec-4a37-8825-7980f4e34b60" providerId="ADAL" clId="{CA649601-C1DE-4538-84D5-097D02B7D173}" dt="2025-10-16T00:33:52.003" v="5883" actId="20577"/>
        <pc:sldMkLst>
          <pc:docMk/>
          <pc:sldMk cId="4223000128" sldId="459"/>
        </pc:sldMkLst>
      </pc:sldChg>
      <pc:sldChg chg="addSp modSp add mod ord">
        <pc:chgData name="Marin Pellan" userId="3f7c0edb-e8ec-4a37-8825-7980f4e34b60" providerId="ADAL" clId="{CA649601-C1DE-4538-84D5-097D02B7D173}" dt="2025-10-16T00:56:56.847" v="6779" actId="20577"/>
        <pc:sldMkLst>
          <pc:docMk/>
          <pc:sldMk cId="1007308353" sldId="460"/>
        </pc:sldMkLst>
      </pc:sldChg>
      <pc:sldChg chg="add del">
        <pc:chgData name="Marin Pellan" userId="3f7c0edb-e8ec-4a37-8825-7980f4e34b60" providerId="ADAL" clId="{CA649601-C1DE-4538-84D5-097D02B7D173}" dt="2025-10-15T17:17:31.742" v="4705" actId="47"/>
        <pc:sldMkLst>
          <pc:docMk/>
          <pc:sldMk cId="222925386" sldId="461"/>
        </pc:sldMkLst>
      </pc:sldChg>
      <pc:sldChg chg="addSp delSp modSp add mod ord">
        <pc:chgData name="Marin Pellan" userId="3f7c0edb-e8ec-4a37-8825-7980f4e34b60" providerId="ADAL" clId="{CA649601-C1DE-4538-84D5-097D02B7D173}" dt="2025-10-15T17:56:44.640" v="5171"/>
        <pc:sldMkLst>
          <pc:docMk/>
          <pc:sldMk cId="1497767637" sldId="461"/>
        </pc:sldMkLst>
      </pc:sldChg>
      <pc:sldChg chg="modSp add del mod">
        <pc:chgData name="Marin Pellan" userId="3f7c0edb-e8ec-4a37-8825-7980f4e34b60" providerId="ADAL" clId="{CA649601-C1DE-4538-84D5-097D02B7D173}" dt="2025-10-16T00:22:51.528" v="5638" actId="47"/>
        <pc:sldMkLst>
          <pc:docMk/>
          <pc:sldMk cId="3923728330" sldId="462"/>
        </pc:sldMkLst>
      </pc:sldChg>
      <pc:sldChg chg="addSp delSp modSp add mod">
        <pc:chgData name="Marin Pellan" userId="3f7c0edb-e8ec-4a37-8825-7980f4e34b60" providerId="ADAL" clId="{CA649601-C1DE-4538-84D5-097D02B7D173}" dt="2025-10-16T00:33:45.317" v="5878" actId="20577"/>
        <pc:sldMkLst>
          <pc:docMk/>
          <pc:sldMk cId="3818298002" sldId="463"/>
        </pc:sldMkLst>
      </pc:sldChg>
      <pc:sldChg chg="addSp delSp modSp add mod">
        <pc:chgData name="Marin Pellan" userId="3f7c0edb-e8ec-4a37-8825-7980f4e34b60" providerId="ADAL" clId="{CA649601-C1DE-4538-84D5-097D02B7D173}" dt="2025-10-16T01:00:40.468" v="6904" actId="20577"/>
        <pc:sldMkLst>
          <pc:docMk/>
          <pc:sldMk cId="1201482134" sldId="464"/>
        </pc:sldMkLst>
      </pc:sldChg>
      <pc:sldChg chg="modSp add mod ord">
        <pc:chgData name="Marin Pellan" userId="3f7c0edb-e8ec-4a37-8825-7980f4e34b60" providerId="ADAL" clId="{CA649601-C1DE-4538-84D5-097D02B7D173}" dt="2025-10-16T01:08:49.451" v="7034"/>
        <pc:sldMkLst>
          <pc:docMk/>
          <pc:sldMk cId="3524467808" sldId="46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polymtlca-my.sharepoint.com/personal/marin_pellan_polymtl_ca/Documents/POST_DOC/CODE/fasc_metal_sustainability/data/prod_vs_deman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CCI</a:t>
            </a:r>
            <a:r>
              <a:rPr lang="fr-FR" baseline="0"/>
              <a:t> 2023 production data vs NRCan/USGS</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bar"/>
        <c:grouping val="clustered"/>
        <c:varyColors val="0"/>
        <c:ser>
          <c:idx val="0"/>
          <c:order val="0"/>
          <c:tx>
            <c:strRef>
              <c:f>Feuil2!$B$1</c:f>
              <c:strCache>
                <c:ptCount val="1"/>
                <c:pt idx="0">
                  <c:v>CCI</c:v>
                </c:pt>
              </c:strCache>
            </c:strRef>
          </c:tx>
          <c:spPr>
            <a:solidFill>
              <a:schemeClr val="accent1"/>
            </a:solidFill>
            <a:ln>
              <a:noFill/>
            </a:ln>
            <a:effectLst/>
          </c:spPr>
          <c:invertIfNegative val="0"/>
          <c:cat>
            <c:strRef>
              <c:f>Feuil2!$A$2:$A$6</c:f>
              <c:strCache>
                <c:ptCount val="5"/>
                <c:pt idx="0">
                  <c:v>Cobalt</c:v>
                </c:pt>
                <c:pt idx="1">
                  <c:v>Copper</c:v>
                </c:pt>
                <c:pt idx="2">
                  <c:v>Graphite</c:v>
                </c:pt>
                <c:pt idx="3">
                  <c:v>Lithium</c:v>
                </c:pt>
                <c:pt idx="4">
                  <c:v>Nickel</c:v>
                </c:pt>
              </c:strCache>
            </c:strRef>
          </c:cat>
          <c:val>
            <c:numRef>
              <c:f>Feuil2!$B$2:$B$6</c:f>
              <c:numCache>
                <c:formatCode>General</c:formatCode>
                <c:ptCount val="5"/>
                <c:pt idx="0">
                  <c:v>2108.8635152974962</c:v>
                </c:pt>
                <c:pt idx="1">
                  <c:v>337237.28813559323</c:v>
                </c:pt>
                <c:pt idx="2">
                  <c:v>4200</c:v>
                </c:pt>
                <c:pt idx="3">
                  <c:v>11676.146864289502</c:v>
                </c:pt>
                <c:pt idx="4">
                  <c:v>147115.27341294783</c:v>
                </c:pt>
              </c:numCache>
            </c:numRef>
          </c:val>
          <c:extLst>
            <c:ext xmlns:c16="http://schemas.microsoft.com/office/drawing/2014/chart" uri="{C3380CC4-5D6E-409C-BE32-E72D297353CC}">
              <c16:uniqueId val="{00000000-C39E-43D6-96ED-4F7D87B040CB}"/>
            </c:ext>
          </c:extLst>
        </c:ser>
        <c:ser>
          <c:idx val="1"/>
          <c:order val="1"/>
          <c:tx>
            <c:strRef>
              <c:f>Feuil2!$C$1</c:f>
              <c:strCache>
                <c:ptCount val="1"/>
                <c:pt idx="0">
                  <c:v>Validation</c:v>
                </c:pt>
              </c:strCache>
            </c:strRef>
          </c:tx>
          <c:spPr>
            <a:solidFill>
              <a:schemeClr val="accent2"/>
            </a:solidFill>
            <a:ln>
              <a:noFill/>
            </a:ln>
            <a:effectLst/>
          </c:spPr>
          <c:invertIfNegative val="0"/>
          <c:cat>
            <c:strRef>
              <c:f>Feuil2!$A$2:$A$6</c:f>
              <c:strCache>
                <c:ptCount val="5"/>
                <c:pt idx="0">
                  <c:v>Cobalt</c:v>
                </c:pt>
                <c:pt idx="1">
                  <c:v>Copper</c:v>
                </c:pt>
                <c:pt idx="2">
                  <c:v>Graphite</c:v>
                </c:pt>
                <c:pt idx="3">
                  <c:v>Lithium</c:v>
                </c:pt>
                <c:pt idx="4">
                  <c:v>Nickel</c:v>
                </c:pt>
              </c:strCache>
            </c:strRef>
          </c:cat>
          <c:val>
            <c:numRef>
              <c:f>Feuil2!$C$2:$C$6</c:f>
              <c:numCache>
                <c:formatCode>#,##0</c:formatCode>
                <c:ptCount val="5"/>
                <c:pt idx="0">
                  <c:v>3260</c:v>
                </c:pt>
                <c:pt idx="1">
                  <c:v>484552</c:v>
                </c:pt>
                <c:pt idx="2">
                  <c:v>5470</c:v>
                </c:pt>
                <c:pt idx="3">
                  <c:v>31600</c:v>
                </c:pt>
                <c:pt idx="4">
                  <c:v>127237</c:v>
                </c:pt>
              </c:numCache>
            </c:numRef>
          </c:val>
          <c:extLst>
            <c:ext xmlns:c16="http://schemas.microsoft.com/office/drawing/2014/chart" uri="{C3380CC4-5D6E-409C-BE32-E72D297353CC}">
              <c16:uniqueId val="{00000001-C39E-43D6-96ED-4F7D87B040CB}"/>
            </c:ext>
          </c:extLst>
        </c:ser>
        <c:dLbls>
          <c:showLegendKey val="0"/>
          <c:showVal val="0"/>
          <c:showCatName val="0"/>
          <c:showSerName val="0"/>
          <c:showPercent val="0"/>
          <c:showBubbleSize val="0"/>
        </c:dLbls>
        <c:gapWidth val="182"/>
        <c:axId val="1973274208"/>
        <c:axId val="1973273248"/>
      </c:barChart>
      <c:catAx>
        <c:axId val="19732742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973273248"/>
        <c:crosses val="autoZero"/>
        <c:auto val="1"/>
        <c:lblAlgn val="ctr"/>
        <c:lblOffset val="100"/>
        <c:noMultiLvlLbl val="0"/>
      </c:catAx>
      <c:valAx>
        <c:axId val="19732732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973274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532139-41F1-E2AB-9448-73D4C50EE3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AD0F9E-2223-7F7B-3F29-7C4D41A758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5AE24E-2ABE-4BC6-8558-918A04FCA36A}" type="datetimeFigureOut">
              <a:rPr lang="en-US" smtClean="0"/>
              <a:t>11/11/2025</a:t>
            </a:fld>
            <a:endParaRPr lang="en-US"/>
          </a:p>
        </p:txBody>
      </p:sp>
      <p:sp>
        <p:nvSpPr>
          <p:cNvPr id="4" name="Footer Placeholder 3">
            <a:extLst>
              <a:ext uri="{FF2B5EF4-FFF2-40B4-BE49-F238E27FC236}">
                <a16:creationId xmlns:a16="http://schemas.microsoft.com/office/drawing/2014/main" id="{29AF9D89-EA01-C8B9-97F9-E20ADFF9D9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06412A2-0177-3583-066A-0C781BA457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8173D9-AF91-46E5-9AF8-B68AEE333819}" type="slidenum">
              <a:rPr lang="en-US" smtClean="0"/>
              <a:t>‹N°›</a:t>
            </a:fld>
            <a:endParaRPr lang="en-US"/>
          </a:p>
        </p:txBody>
      </p:sp>
    </p:spTree>
    <p:extLst>
      <p:ext uri="{BB962C8B-B14F-4D97-AF65-F5344CB8AC3E}">
        <p14:creationId xmlns:p14="http://schemas.microsoft.com/office/powerpoint/2010/main" val="19199976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C1E67-DA38-4FDD-93A2-D8DCE29B4490}"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36CAE-2C39-4B7D-85D1-BB8F88FEEF00}" type="slidenum">
              <a:rPr lang="en-US" smtClean="0"/>
              <a:t>‹N°›</a:t>
            </a:fld>
            <a:endParaRPr lang="en-US"/>
          </a:p>
        </p:txBody>
      </p:sp>
    </p:spTree>
    <p:extLst>
      <p:ext uri="{BB962C8B-B14F-4D97-AF65-F5344CB8AC3E}">
        <p14:creationId xmlns:p14="http://schemas.microsoft.com/office/powerpoint/2010/main" val="27832926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7685195-71E0-CEA9-6DB0-C3738A2C78C8}"/>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5E965268-33C8-9D28-746B-12C578E14B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04FA9CA0-1F3E-CC79-9F1E-5A0E7B552C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278CB6F-F4CD-FCCD-E03C-D935D7FBE4CF}"/>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37412640-98F7-2890-D7AA-76A499E5C5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17D86735-FD3E-7AF3-BCAA-71ACB258F3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825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5C0A93A0-D998-488A-2BA8-EB4505E51BFE}"/>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F7E61CDE-8EDF-C773-074E-94FEA17BB8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For "production potential", we gathered production forecasts from mines at the feasibility, preproduction, or production stage (which we've internally referred to as the Post Feasibility Production Pathway). We also took the ratio of market-share-to-reserves of leading critical mineral producing countries, applied it to Canada's reserves, then applied the market share to 2040 demand in the IEA APS pathway, and finally backfilled from 2040 to 2022 using an exponential growth function (which we've referred to as the Leading Market Share Production Pathway). The "production potential" is whichever was higher in that year - generally the Post Feasibility Production Pathway potentials were higher in the first few years, and the Leading Market Share Production Pathway potentials were higher in later years.</a:t>
            </a:r>
            <a:endParaRPr dirty="0"/>
          </a:p>
        </p:txBody>
      </p:sp>
      <p:sp>
        <p:nvSpPr>
          <p:cNvPr id="235" name="Google Shape;235;p13:notes">
            <a:extLst>
              <a:ext uri="{FF2B5EF4-FFF2-40B4-BE49-F238E27FC236}">
                <a16:creationId xmlns:a16="http://schemas.microsoft.com/office/drawing/2014/main" id="{947F0E38-E1ED-BF9E-8E70-112CBC246B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740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BF4AF3D-2C57-1C60-A3CE-3FE5E03DB9DB}"/>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FB3E1F12-8850-2F7E-62EB-45159530E7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308EA901-66C3-50AC-E325-86422EB9C1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6568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FA42C9A-448D-CBD1-D775-125124BA5FCF}"/>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877CFA27-5D72-248D-3D4F-013BDA54D0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A1FC7437-0DD3-BF69-E510-D86453F2D9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657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04FC107-6B46-A400-2EA6-DBFCCF86F7ED}"/>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1F8E7EB6-DDA9-65D0-E133-4D0736F06F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88BD4E8E-0EBE-6059-9079-C31A68C8E8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5468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C1632F7-8A1B-DC8E-52CB-0C025F9929FC}"/>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A252E228-E220-47B1-832F-AF875F7A16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C0F416F0-821D-7679-EE5E-9BF66B94B2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9134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F30A076B-0536-BADF-EB46-61C424E3E331}"/>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EF3BBDD8-76CA-54C4-BE31-16EF477AD3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C920A2A6-C8EF-8222-1F51-20956B193D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63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42B9B59-A08D-A362-F285-6D7CE581513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4AB9EEDE-275A-FEFB-BBA3-27BC6CC1AD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EF7096E8-803E-D626-AAE8-36FDE15214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497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56AE646-FF5D-E829-88EB-81D3F9DDAE47}"/>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3577612F-E9E2-7E6F-87A7-E222EDD2A4E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F385B6BE-4897-A24C-9DA5-5C0E510E57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181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B2B2929E-2385-5E77-D5E6-7E64BB66321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7F0BFB81-C124-3824-F8E9-86B29044B7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1B264A0E-2C14-6B9D-23BB-2619D8D3AB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3162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A36389C-94B0-BB1F-455F-0EB77B4FF11B}"/>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600A726F-CE71-4231-6B16-536DB93D32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FE70210A-3BC4-60CE-107B-41C2F4CE5E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730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5.jp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A building with columns and a fence&#10;&#10;AI-generated content may be incorrect.">
            <a:extLst>
              <a:ext uri="{FF2B5EF4-FFF2-40B4-BE49-F238E27FC236}">
                <a16:creationId xmlns:a16="http://schemas.microsoft.com/office/drawing/2014/main" id="{9CCA15B1-E589-81BB-4CA9-685BDE2C83A3}"/>
              </a:ext>
            </a:extLst>
          </p:cNvPr>
          <p:cNvPicPr>
            <a:picLocks noChangeAspect="1"/>
          </p:cNvPicPr>
          <p:nvPr userDrawn="1"/>
        </p:nvPicPr>
        <p:blipFill>
          <a:blip r:embed="rId2">
            <a:extLst>
              <a:ext uri="{28A0092B-C50C-407E-A947-70E740481C1C}">
                <a14:useLocalDpi xmlns:a14="http://schemas.microsoft.com/office/drawing/2010/main" val="0"/>
              </a:ext>
            </a:extLst>
          </a:blip>
          <a:srcRect b="12736"/>
          <a:stretch>
            <a:fillRect/>
          </a:stretch>
        </p:blipFill>
        <p:spPr>
          <a:xfrm>
            <a:off x="4230" y="0"/>
            <a:ext cx="12187770" cy="5986647"/>
          </a:xfrm>
          <a:prstGeom prst="rect">
            <a:avLst/>
          </a:prstGeom>
        </p:spPr>
      </p:pic>
      <p:sp>
        <p:nvSpPr>
          <p:cNvPr id="12" name="Rectangle 11">
            <a:extLst>
              <a:ext uri="{FF2B5EF4-FFF2-40B4-BE49-F238E27FC236}">
                <a16:creationId xmlns:a16="http://schemas.microsoft.com/office/drawing/2014/main" id="{5CD55B5B-2F69-6712-6D80-2D6AB843D371}"/>
              </a:ext>
            </a:extLst>
          </p:cNvPr>
          <p:cNvSpPr/>
          <p:nvPr userDrawn="1"/>
        </p:nvSpPr>
        <p:spPr>
          <a:xfrm>
            <a:off x="0" y="5935579"/>
            <a:ext cx="12192000" cy="9224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2">
            <a:extLst>
              <a:ext uri="{FF2B5EF4-FFF2-40B4-BE49-F238E27FC236}">
                <a16:creationId xmlns:a16="http://schemas.microsoft.com/office/drawing/2014/main" id="{888C6E0F-E5B0-A747-168B-63CF7748A35C}"/>
              </a:ext>
            </a:extLst>
          </p:cNvPr>
          <p:cNvSpPr txBox="1">
            <a:spLocks noChangeArrowheads="1"/>
          </p:cNvSpPr>
          <p:nvPr userDrawn="1"/>
        </p:nvSpPr>
        <p:spPr bwMode="auto">
          <a:xfrm>
            <a:off x="938834" y="5184608"/>
            <a:ext cx="10178747" cy="750971"/>
          </a:xfrm>
          <a:prstGeom prst="rect">
            <a:avLst/>
          </a:prstGeom>
          <a:solidFill>
            <a:schemeClr val="bg1">
              <a:lumMod val="95000"/>
              <a:alpha val="90000"/>
            </a:schemeClr>
          </a:solidFill>
          <a:ln w="9525">
            <a:noFill/>
            <a:miter lim="800000"/>
            <a:headEnd/>
            <a:tailEnd/>
          </a:ln>
        </p:spPr>
        <p:txBody>
          <a:bodyPr rot="0" vert="horz" wrap="square" lIns="68571" tIns="34286" rIns="68571" bIns="34286" anchor="t" anchorCtr="0">
            <a:noAutofit/>
          </a:bodyPr>
          <a:lstStyle/>
          <a:p>
            <a:pPr algn="ctr" defTabSz="685732">
              <a:lnSpc>
                <a:spcPct val="107000"/>
              </a:lnSpc>
            </a:pPr>
            <a:r>
              <a:rPr lang="en-US" sz="2000" dirty="0">
                <a:solidFill>
                  <a:srgbClr val="2F5496"/>
                </a:solidFill>
                <a:latin typeface="Arial" panose="020B0604020202020204" pitchFamily="34" charset="0"/>
                <a:ea typeface="Calibri" panose="020F0502020204030204" pitchFamily="34" charset="0"/>
                <a:cs typeface="Arial" panose="020B0604020202020204" pitchFamily="34" charset="0"/>
              </a:rPr>
              <a:t>The 12</a:t>
            </a:r>
            <a:r>
              <a:rPr lang="en-US" sz="2000" baseline="30000" dirty="0">
                <a:solidFill>
                  <a:srgbClr val="2F5496"/>
                </a:solidFill>
                <a:latin typeface="Arial" panose="020B0604020202020204" pitchFamily="34" charset="0"/>
                <a:ea typeface="Calibri" panose="020F0502020204030204" pitchFamily="34" charset="0"/>
                <a:cs typeface="Arial" panose="020B0604020202020204" pitchFamily="34" charset="0"/>
              </a:rPr>
              <a:t>th</a:t>
            </a:r>
            <a:r>
              <a:rPr lang="en-US" sz="2000" dirty="0">
                <a:solidFill>
                  <a:srgbClr val="2F5496"/>
                </a:solidFill>
                <a:latin typeface="Arial" panose="020B0604020202020204" pitchFamily="34" charset="0"/>
                <a:ea typeface="Calibri" panose="020F0502020204030204" pitchFamily="34" charset="0"/>
                <a:cs typeface="Arial" panose="020B0604020202020204" pitchFamily="34" charset="0"/>
              </a:rPr>
              <a:t> International Conference on Life Cycle Management</a:t>
            </a:r>
            <a:endParaRPr lang="en-DE" sz="2000" dirty="0">
              <a:latin typeface="Arial" panose="020B0604020202020204" pitchFamily="34" charset="0"/>
              <a:ea typeface="Calibri" panose="020F0502020204030204" pitchFamily="34" charset="0"/>
              <a:cs typeface="Arial" panose="020B0604020202020204" pitchFamily="34" charset="0"/>
            </a:endParaRPr>
          </a:p>
          <a:p>
            <a:pPr algn="ctr" defTabSz="685732">
              <a:lnSpc>
                <a:spcPct val="107000"/>
              </a:lnSpc>
            </a:pPr>
            <a:r>
              <a:rPr lang="en-US" sz="2000" b="1" dirty="0">
                <a:solidFill>
                  <a:srgbClr val="1F3864"/>
                </a:solidFill>
                <a:latin typeface="Arial" panose="020B0604020202020204" pitchFamily="34" charset="0"/>
                <a:ea typeface="Calibri" panose="020F0502020204030204" pitchFamily="34" charset="0"/>
                <a:cs typeface="Arial" panose="020B0604020202020204" pitchFamily="34" charset="0"/>
              </a:rPr>
              <a:t>9 -12 September 2025, Palermo, Italy</a:t>
            </a:r>
            <a:endParaRPr lang="en-DE" sz="2000" b="1" dirty="0">
              <a:latin typeface="Arial" panose="020B0604020202020204" pitchFamily="34" charset="0"/>
              <a:ea typeface="Calibri" panose="020F0502020204030204" pitchFamily="34" charset="0"/>
              <a:cs typeface="Arial" panose="020B0604020202020204" pitchFamily="34" charset="0"/>
            </a:endParaRPr>
          </a:p>
        </p:txBody>
      </p:sp>
      <p:pic>
        <p:nvPicPr>
          <p:cNvPr id="19" name="Picture 18" descr="A circle of colorful circles&#10;&#10;AI-generated content may be incorrect.">
            <a:extLst>
              <a:ext uri="{FF2B5EF4-FFF2-40B4-BE49-F238E27FC236}">
                <a16:creationId xmlns:a16="http://schemas.microsoft.com/office/drawing/2014/main" id="{37F6DA41-55FB-4A74-6331-CA0E97D42F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29692" y="4320433"/>
            <a:ext cx="647019" cy="645463"/>
          </a:xfrm>
          <a:prstGeom prst="rect">
            <a:avLst/>
          </a:prstGeom>
        </p:spPr>
      </p:pic>
      <p:pic>
        <p:nvPicPr>
          <p:cNvPr id="2" name="Picture 1">
            <a:extLst>
              <a:ext uri="{FF2B5EF4-FFF2-40B4-BE49-F238E27FC236}">
                <a16:creationId xmlns:a16="http://schemas.microsoft.com/office/drawing/2014/main" id="{CC3C6F6C-264B-6A45-D221-CAE0170F6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43011" y="6171136"/>
            <a:ext cx="4547937" cy="399854"/>
          </a:xfrm>
          <a:prstGeom prst="rect">
            <a:avLst/>
          </a:prstGeom>
        </p:spPr>
      </p:pic>
    </p:spTree>
    <p:extLst>
      <p:ext uri="{BB962C8B-B14F-4D97-AF65-F5344CB8AC3E}">
        <p14:creationId xmlns:p14="http://schemas.microsoft.com/office/powerpoint/2010/main" val="4202822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F712C42-4B9C-9273-12FF-CF46D9F5A630}"/>
              </a:ext>
            </a:extLst>
          </p:cNvPr>
          <p:cNvCxnSpPr/>
          <p:nvPr userDrawn="1"/>
        </p:nvCxnSpPr>
        <p:spPr>
          <a:xfrm>
            <a:off x="164892" y="5752759"/>
            <a:ext cx="11757284" cy="0"/>
          </a:xfrm>
          <a:prstGeom prst="line">
            <a:avLst/>
          </a:prstGeom>
          <a:ln>
            <a:solidFill>
              <a:srgbClr val="0556A2"/>
            </a:solidFill>
          </a:ln>
        </p:spPr>
        <p:style>
          <a:lnRef idx="2">
            <a:schemeClr val="accent1"/>
          </a:lnRef>
          <a:fillRef idx="0">
            <a:schemeClr val="accent1"/>
          </a:fillRef>
          <a:effectRef idx="1">
            <a:schemeClr val="accent1"/>
          </a:effectRef>
          <a:fontRef idx="minor">
            <a:schemeClr val="tx1"/>
          </a:fontRef>
        </p:style>
      </p:cxnSp>
      <p:pic>
        <p:nvPicPr>
          <p:cNvPr id="3" name="Picture 2" descr="A blue text on a black background&#10;&#10;AI-generated content may be incorrect.">
            <a:extLst>
              <a:ext uri="{FF2B5EF4-FFF2-40B4-BE49-F238E27FC236}">
                <a16:creationId xmlns:a16="http://schemas.microsoft.com/office/drawing/2014/main" id="{AAE4D448-D7AB-0386-1294-F53B434518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95165" y="5829521"/>
            <a:ext cx="1780031" cy="595796"/>
          </a:xfrm>
          <a:prstGeom prst="rect">
            <a:avLst/>
          </a:prstGeom>
        </p:spPr>
      </p:pic>
      <p:pic>
        <p:nvPicPr>
          <p:cNvPr id="5" name="Picture 4" descr="A blue logo with a leaf&#10;&#10;AI-generated content may be incorrect.">
            <a:extLst>
              <a:ext uri="{FF2B5EF4-FFF2-40B4-BE49-F238E27FC236}">
                <a16:creationId xmlns:a16="http://schemas.microsoft.com/office/drawing/2014/main" id="{D53685A7-BE80-1689-8019-4D5C1B8C1B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23254" y="5799887"/>
            <a:ext cx="885813" cy="625433"/>
          </a:xfrm>
          <a:prstGeom prst="rect">
            <a:avLst/>
          </a:prstGeom>
        </p:spPr>
      </p:pic>
      <p:pic>
        <p:nvPicPr>
          <p:cNvPr id="14" name="Picture 13" descr="A black background with a black square&#10;&#10;AI-generated content may be incorrect.">
            <a:extLst>
              <a:ext uri="{FF2B5EF4-FFF2-40B4-BE49-F238E27FC236}">
                <a16:creationId xmlns:a16="http://schemas.microsoft.com/office/drawing/2014/main" id="{E751B7AE-A573-B5A8-4C5D-DF5D62B4ADB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78962" y="6528836"/>
            <a:ext cx="979292" cy="160665"/>
          </a:xfrm>
          <a:prstGeom prst="rect">
            <a:avLst/>
          </a:prstGeom>
        </p:spPr>
      </p:pic>
      <p:pic>
        <p:nvPicPr>
          <p:cNvPr id="16" name="Picture 15" descr="A blue letter on a black background&#10;&#10;AI-generated content may be incorrect.">
            <a:extLst>
              <a:ext uri="{FF2B5EF4-FFF2-40B4-BE49-F238E27FC236}">
                <a16:creationId xmlns:a16="http://schemas.microsoft.com/office/drawing/2014/main" id="{ADD76599-5E78-AAF0-CBBA-846ED2DF6D8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51450" y="6474073"/>
            <a:ext cx="896165" cy="219374"/>
          </a:xfrm>
          <a:prstGeom prst="rect">
            <a:avLst/>
          </a:prstGeom>
        </p:spPr>
      </p:pic>
      <p:pic>
        <p:nvPicPr>
          <p:cNvPr id="6" name="Picture 5">
            <a:extLst>
              <a:ext uri="{FF2B5EF4-FFF2-40B4-BE49-F238E27FC236}">
                <a16:creationId xmlns:a16="http://schemas.microsoft.com/office/drawing/2014/main" id="{A17B3280-D881-2D10-1174-AC70BD61F59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06392" y="5902718"/>
            <a:ext cx="5744283" cy="505037"/>
          </a:xfrm>
          <a:prstGeom prst="rect">
            <a:avLst/>
          </a:prstGeom>
        </p:spPr>
      </p:pic>
      <p:pic>
        <p:nvPicPr>
          <p:cNvPr id="1026" name="Picture 2" descr="LCM2025_vert.png">
            <a:extLst>
              <a:ext uri="{FF2B5EF4-FFF2-40B4-BE49-F238E27FC236}">
                <a16:creationId xmlns:a16="http://schemas.microsoft.com/office/drawing/2014/main" id="{589578C8-2AD0-46E9-8359-57C3AC1F0F68}"/>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2703" y="-1"/>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6396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BF93AEB-E336-A84D-0C85-5E4E3BC58E60}"/>
              </a:ext>
            </a:extLst>
          </p:cNvPr>
          <p:cNvCxnSpPr/>
          <p:nvPr userDrawn="1"/>
        </p:nvCxnSpPr>
        <p:spPr>
          <a:xfrm>
            <a:off x="164892" y="6099131"/>
            <a:ext cx="11757284" cy="0"/>
          </a:xfrm>
          <a:prstGeom prst="line">
            <a:avLst/>
          </a:prstGeom>
          <a:ln>
            <a:solidFill>
              <a:srgbClr val="0556A2"/>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09FD241-6EE9-9412-F209-53A3BF932256}"/>
              </a:ext>
            </a:extLst>
          </p:cNvPr>
          <p:cNvCxnSpPr/>
          <p:nvPr userDrawn="1"/>
        </p:nvCxnSpPr>
        <p:spPr>
          <a:xfrm flipH="1">
            <a:off x="1149927" y="1288473"/>
            <a:ext cx="9088582" cy="0"/>
          </a:xfrm>
          <a:prstGeom prst="line">
            <a:avLst/>
          </a:prstGeom>
          <a:ln>
            <a:solidFill>
              <a:srgbClr val="105CA0"/>
            </a:solidFill>
          </a:ln>
        </p:spPr>
        <p:style>
          <a:lnRef idx="2">
            <a:schemeClr val="accent1"/>
          </a:lnRef>
          <a:fillRef idx="0">
            <a:schemeClr val="accent1"/>
          </a:fillRef>
          <a:effectRef idx="1">
            <a:schemeClr val="accent1"/>
          </a:effectRef>
          <a:fontRef idx="minor">
            <a:schemeClr val="tx1"/>
          </a:fontRef>
        </p:style>
      </p:cxnSp>
      <p:sp>
        <p:nvSpPr>
          <p:cNvPr id="19" name="Title 1">
            <a:extLst>
              <a:ext uri="{FF2B5EF4-FFF2-40B4-BE49-F238E27FC236}">
                <a16:creationId xmlns:a16="http://schemas.microsoft.com/office/drawing/2014/main" id="{ECA610B5-56DA-AC6F-5307-E6CB35049689}"/>
              </a:ext>
            </a:extLst>
          </p:cNvPr>
          <p:cNvSpPr>
            <a:spLocks noGrp="1"/>
          </p:cNvSpPr>
          <p:nvPr>
            <p:ph type="title"/>
          </p:nvPr>
        </p:nvSpPr>
        <p:spPr>
          <a:xfrm>
            <a:off x="1814923" y="709436"/>
            <a:ext cx="8312750" cy="257198"/>
          </a:xfrm>
        </p:spPr>
        <p:txBody>
          <a:bodyPr>
            <a:noAutofit/>
          </a:bodyPr>
          <a:lstStyle/>
          <a:p>
            <a:endParaRPr lang="en-US" sz="3200" dirty="0"/>
          </a:p>
        </p:txBody>
      </p:sp>
      <p:sp>
        <p:nvSpPr>
          <p:cNvPr id="20" name="Content Placeholder 2">
            <a:extLst>
              <a:ext uri="{FF2B5EF4-FFF2-40B4-BE49-F238E27FC236}">
                <a16:creationId xmlns:a16="http://schemas.microsoft.com/office/drawing/2014/main" id="{8358452C-447A-064D-799D-6F93C6B8DDB5}"/>
              </a:ext>
            </a:extLst>
          </p:cNvPr>
          <p:cNvSpPr>
            <a:spLocks noGrp="1"/>
          </p:cNvSpPr>
          <p:nvPr>
            <p:ph idx="1"/>
          </p:nvPr>
        </p:nvSpPr>
        <p:spPr>
          <a:xfrm>
            <a:off x="1206632" y="1639701"/>
            <a:ext cx="9858366" cy="3786363"/>
          </a:xfrm>
        </p:spPr>
        <p:txBody>
          <a:bodyPr>
            <a:normAutofit/>
          </a:bodyPr>
          <a:lstStyle/>
          <a:p>
            <a:endParaRPr lang="en-US" sz="1800" dirty="0"/>
          </a:p>
        </p:txBody>
      </p:sp>
      <p:sp>
        <p:nvSpPr>
          <p:cNvPr id="36" name="Footer Placeholder 35">
            <a:extLst>
              <a:ext uri="{FF2B5EF4-FFF2-40B4-BE49-F238E27FC236}">
                <a16:creationId xmlns:a16="http://schemas.microsoft.com/office/drawing/2014/main" id="{72DF5CB7-3B9E-92E0-623A-6FAD1577C7C7}"/>
              </a:ext>
            </a:extLst>
          </p:cNvPr>
          <p:cNvSpPr>
            <a:spLocks noGrp="1"/>
          </p:cNvSpPr>
          <p:nvPr>
            <p:ph type="ftr" sz="quarter" idx="11"/>
          </p:nvPr>
        </p:nvSpPr>
        <p:spPr/>
        <p:txBody>
          <a:bodyPr/>
          <a:lstStyle/>
          <a:p>
            <a:endParaRPr lang="en-US"/>
          </a:p>
        </p:txBody>
      </p:sp>
      <p:sp>
        <p:nvSpPr>
          <p:cNvPr id="37" name="Slide Number Placeholder 36">
            <a:extLst>
              <a:ext uri="{FF2B5EF4-FFF2-40B4-BE49-F238E27FC236}">
                <a16:creationId xmlns:a16="http://schemas.microsoft.com/office/drawing/2014/main" id="{E05C280C-C002-28AA-FEBE-06CB4F2A489A}"/>
              </a:ext>
            </a:extLst>
          </p:cNvPr>
          <p:cNvSpPr>
            <a:spLocks noGrp="1"/>
          </p:cNvSpPr>
          <p:nvPr>
            <p:ph type="sldNum" sz="quarter" idx="12"/>
          </p:nvPr>
        </p:nvSpPr>
        <p:spPr>
          <a:xfrm>
            <a:off x="658091" y="6356349"/>
            <a:ext cx="2743200" cy="365125"/>
          </a:xfrm>
        </p:spPr>
        <p:txBody>
          <a:bodyPr/>
          <a:lstStyle>
            <a:lvl1pPr algn="l">
              <a:defRPr/>
            </a:lvl1pPr>
          </a:lstStyle>
          <a:p>
            <a:fld id="{B66DABA7-C5CC-4612-889C-A09D3482BA66}" type="slidenum">
              <a:rPr lang="en-US" smtClean="0"/>
              <a:pPr/>
              <a:t>‹N°›</a:t>
            </a:fld>
            <a:endParaRPr lang="en-US"/>
          </a:p>
        </p:txBody>
      </p:sp>
      <p:pic>
        <p:nvPicPr>
          <p:cNvPr id="5" name="Picture 4">
            <a:extLst>
              <a:ext uri="{FF2B5EF4-FFF2-40B4-BE49-F238E27FC236}">
                <a16:creationId xmlns:a16="http://schemas.microsoft.com/office/drawing/2014/main" id="{351491E9-2BC0-3EFF-78F6-B7475088BAC6}"/>
              </a:ext>
            </a:extLst>
          </p:cNvPr>
          <p:cNvPicPr>
            <a:picLocks noChangeAspect="1"/>
          </p:cNvPicPr>
          <p:nvPr userDrawn="1"/>
        </p:nvPicPr>
        <p:blipFill>
          <a:blip r:embed="rId2">
            <a:extLst>
              <a:ext uri="{28A0092B-C50C-407E-A947-70E740481C1C}">
                <a14:useLocalDpi xmlns:a14="http://schemas.microsoft.com/office/drawing/2010/main" val="0"/>
              </a:ext>
            </a:extLst>
          </a:blip>
          <a:srcRect r="17152" b="-6151"/>
          <a:stretch>
            <a:fillRect/>
          </a:stretch>
        </p:blipFill>
        <p:spPr>
          <a:xfrm>
            <a:off x="8381996" y="6305996"/>
            <a:ext cx="3546765" cy="399543"/>
          </a:xfrm>
          <a:prstGeom prst="rect">
            <a:avLst/>
          </a:prstGeom>
        </p:spPr>
      </p:pic>
      <p:pic>
        <p:nvPicPr>
          <p:cNvPr id="11" name="Picture 2" descr="LCM2025_vert.png">
            <a:extLst>
              <a:ext uri="{FF2B5EF4-FFF2-40B4-BE49-F238E27FC236}">
                <a16:creationId xmlns:a16="http://schemas.microsoft.com/office/drawing/2014/main" id="{4F7E099A-E43E-4FFD-8575-633C760922B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067670" y="7287"/>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9506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2" descr="LCM2025_vert.png">
            <a:extLst>
              <a:ext uri="{FF2B5EF4-FFF2-40B4-BE49-F238E27FC236}">
                <a16:creationId xmlns:a16="http://schemas.microsoft.com/office/drawing/2014/main" id="{59E13BAE-2F04-420E-B3E1-00464A5B953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7670" y="5267151"/>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32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1DEE65C-69DB-4397-B801-3FC33FEB41E1}"/>
              </a:ext>
            </a:extLst>
          </p:cNvPr>
          <p:cNvSpPr txBox="1"/>
          <p:nvPr userDrawn="1"/>
        </p:nvSpPr>
        <p:spPr>
          <a:xfrm>
            <a:off x="973551" y="2721114"/>
            <a:ext cx="10020300" cy="707886"/>
          </a:xfrm>
          <a:prstGeom prst="rect">
            <a:avLst/>
          </a:prstGeom>
          <a:noFill/>
        </p:spPr>
        <p:txBody>
          <a:bodyPr wrap="square" rtlCol="0">
            <a:spAutoFit/>
          </a:bodyPr>
          <a:lstStyle/>
          <a:p>
            <a:pPr algn="ctr"/>
            <a:r>
              <a:rPr lang="en-US" sz="4000" b="1" dirty="0">
                <a:solidFill>
                  <a:srgbClr val="0556A2"/>
                </a:solidFill>
                <a:latin typeface="Arial" panose="020B0604020202020204" pitchFamily="34" charset="0"/>
                <a:cs typeface="Arial" panose="020B0604020202020204" pitchFamily="34" charset="0"/>
              </a:rPr>
              <a:t>Thanks for your kind attention</a:t>
            </a:r>
          </a:p>
        </p:txBody>
      </p:sp>
      <p:pic>
        <p:nvPicPr>
          <p:cNvPr id="7" name="Picture 6" descr="A blue text on a black background&#10;&#10;AI-generated content may be incorrect.">
            <a:extLst>
              <a:ext uri="{FF2B5EF4-FFF2-40B4-BE49-F238E27FC236}">
                <a16:creationId xmlns:a16="http://schemas.microsoft.com/office/drawing/2014/main" id="{81CD10D9-80CD-5F50-C41B-B7F0BE1261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89789" y="4424690"/>
            <a:ext cx="3190713" cy="1067967"/>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93DD5E14-5BCA-9723-E349-1B3DFAD0184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07961" y="4932168"/>
            <a:ext cx="1427467" cy="234194"/>
          </a:xfrm>
          <a:prstGeom prst="rect">
            <a:avLst/>
          </a:prstGeom>
        </p:spPr>
      </p:pic>
      <p:pic>
        <p:nvPicPr>
          <p:cNvPr id="13" name="Picture 12" descr="A blue letter on a black background&#10;&#10;AI-generated content may be incorrect.">
            <a:extLst>
              <a:ext uri="{FF2B5EF4-FFF2-40B4-BE49-F238E27FC236}">
                <a16:creationId xmlns:a16="http://schemas.microsoft.com/office/drawing/2014/main" id="{4BC888A7-DFC6-593F-71F6-20BE9D7DF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43241" y="4925189"/>
            <a:ext cx="1261922" cy="308908"/>
          </a:xfrm>
          <a:prstGeom prst="rect">
            <a:avLst/>
          </a:prstGeom>
        </p:spPr>
      </p:pic>
      <p:grpSp>
        <p:nvGrpSpPr>
          <p:cNvPr id="5" name="Group 4">
            <a:extLst>
              <a:ext uri="{FF2B5EF4-FFF2-40B4-BE49-F238E27FC236}">
                <a16:creationId xmlns:a16="http://schemas.microsoft.com/office/drawing/2014/main" id="{0989017C-AB57-45BF-BF9A-BA1EFBD928D7}"/>
              </a:ext>
            </a:extLst>
          </p:cNvPr>
          <p:cNvGrpSpPr/>
          <p:nvPr userDrawn="1"/>
        </p:nvGrpSpPr>
        <p:grpSpPr>
          <a:xfrm>
            <a:off x="1681943" y="3697949"/>
            <a:ext cx="8739447" cy="1870364"/>
            <a:chOff x="1729047" y="3823854"/>
            <a:chExt cx="8739447" cy="1870364"/>
          </a:xfrm>
        </p:grpSpPr>
        <p:pic>
          <p:nvPicPr>
            <p:cNvPr id="8" name="Picture 7" descr="A blue logo with a leaf&#10;&#10;AI-generated content may be incorrect.">
              <a:extLst>
                <a:ext uri="{FF2B5EF4-FFF2-40B4-BE49-F238E27FC236}">
                  <a16:creationId xmlns:a16="http://schemas.microsoft.com/office/drawing/2014/main" id="{4491707B-13E6-8EC5-BEE5-980B4183E5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32001" y="4523102"/>
              <a:ext cx="1427467" cy="1007870"/>
            </a:xfrm>
            <a:prstGeom prst="rect">
              <a:avLst/>
            </a:prstGeom>
          </p:spPr>
        </p:pic>
        <p:sp>
          <p:nvSpPr>
            <p:cNvPr id="3" name="TextBox 2">
              <a:extLst>
                <a:ext uri="{FF2B5EF4-FFF2-40B4-BE49-F238E27FC236}">
                  <a16:creationId xmlns:a16="http://schemas.microsoft.com/office/drawing/2014/main" id="{4D8EBB6B-457F-41CC-A32C-2C7058AEF91A}"/>
                </a:ext>
              </a:extLst>
            </p:cNvPr>
            <p:cNvSpPr txBox="1"/>
            <p:nvPr userDrawn="1"/>
          </p:nvSpPr>
          <p:spPr>
            <a:xfrm>
              <a:off x="3433156" y="3996758"/>
              <a:ext cx="2942706" cy="369332"/>
            </a:xfrm>
            <a:prstGeom prst="rect">
              <a:avLst/>
            </a:prstGeom>
            <a:noFill/>
          </p:spPr>
          <p:txBody>
            <a:bodyPr wrap="square" rtlCol="0">
              <a:spAutoFit/>
            </a:bodyPr>
            <a:lstStyle/>
            <a:p>
              <a:r>
                <a:rPr lang="en-US" dirty="0">
                  <a:solidFill>
                    <a:srgbClr val="105CA0"/>
                  </a:solidFill>
                </a:rPr>
                <a:t>Platinum Sponsors</a:t>
              </a:r>
            </a:p>
          </p:txBody>
        </p:sp>
        <p:sp>
          <p:nvSpPr>
            <p:cNvPr id="4" name="Rectangle 3">
              <a:extLst>
                <a:ext uri="{FF2B5EF4-FFF2-40B4-BE49-F238E27FC236}">
                  <a16:creationId xmlns:a16="http://schemas.microsoft.com/office/drawing/2014/main" id="{9B15BE7C-B7C3-47A7-956F-3101F0C3001B}"/>
                </a:ext>
              </a:extLst>
            </p:cNvPr>
            <p:cNvSpPr/>
            <p:nvPr userDrawn="1"/>
          </p:nvSpPr>
          <p:spPr>
            <a:xfrm>
              <a:off x="1729047" y="3823855"/>
              <a:ext cx="4971101" cy="1870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791036A-BEA7-403A-A7FF-1357AB769586}"/>
                </a:ext>
              </a:extLst>
            </p:cNvPr>
            <p:cNvSpPr txBox="1"/>
            <p:nvPr userDrawn="1"/>
          </p:nvSpPr>
          <p:spPr>
            <a:xfrm>
              <a:off x="7525788" y="3996758"/>
              <a:ext cx="2942706" cy="369332"/>
            </a:xfrm>
            <a:prstGeom prst="rect">
              <a:avLst/>
            </a:prstGeom>
            <a:noFill/>
          </p:spPr>
          <p:txBody>
            <a:bodyPr wrap="square" rtlCol="0">
              <a:spAutoFit/>
            </a:bodyPr>
            <a:lstStyle/>
            <a:p>
              <a:r>
                <a:rPr lang="en-US" dirty="0">
                  <a:solidFill>
                    <a:srgbClr val="105CA0"/>
                  </a:solidFill>
                </a:rPr>
                <a:t>Gold Sponsors</a:t>
              </a:r>
            </a:p>
          </p:txBody>
        </p:sp>
        <p:sp>
          <p:nvSpPr>
            <p:cNvPr id="15" name="Rectangle 14">
              <a:extLst>
                <a:ext uri="{FF2B5EF4-FFF2-40B4-BE49-F238E27FC236}">
                  <a16:creationId xmlns:a16="http://schemas.microsoft.com/office/drawing/2014/main" id="{EF2BA085-690B-41FF-A603-7A433D02957D}"/>
                </a:ext>
              </a:extLst>
            </p:cNvPr>
            <p:cNvSpPr/>
            <p:nvPr userDrawn="1"/>
          </p:nvSpPr>
          <p:spPr>
            <a:xfrm>
              <a:off x="6827607" y="3823854"/>
              <a:ext cx="3190714" cy="1870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FC7BBE6A-AADF-4045-93C1-5D780FCCC28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09468" y="6200830"/>
            <a:ext cx="4547937" cy="399854"/>
          </a:xfrm>
          <a:prstGeom prst="rect">
            <a:avLst/>
          </a:prstGeom>
        </p:spPr>
      </p:pic>
      <p:pic>
        <p:nvPicPr>
          <p:cNvPr id="17" name="Picture 2" descr="LCM2025_vert.png">
            <a:extLst>
              <a:ext uri="{FF2B5EF4-FFF2-40B4-BE49-F238E27FC236}">
                <a16:creationId xmlns:a16="http://schemas.microsoft.com/office/drawing/2014/main" id="{52F65E42-EBE7-407D-ABE2-1A57530DE718}"/>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738" y="0"/>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654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5F491-53D0-96AD-9984-A0D73646BC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3E2006-4988-1DAE-194E-8FC56DDA1AF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BD6E751-F44E-49F5-662F-24F17128D9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82F20A-EF98-BCD2-37CB-D2AD97AA80D9}"/>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229879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F18C1D-A692-662D-4947-D6CE31245A5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E92B4BA-18AC-45F1-88A6-FDEA7496CF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26DC97-7A61-0EE3-1BA1-CC6D3FB28505}"/>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79789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CF19-FE05-B049-DD68-15F347479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E6AA95-FD50-92D9-07E3-7EDB94E0C9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9A9BA-3882-9507-DE93-AEC601964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2B77B-786B-FD27-1A5A-FE74F37A147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FA2B77B-774F-7EFF-B5B5-18289B99A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D941DA-9111-5C47-6C29-C85A1F707B47}"/>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1440641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9E65D-0828-831E-0DCC-D0462CC32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03FD5F-800F-B885-2277-C7E8C4FBB0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2F57A5-12DF-8BF3-D218-E06E9A5A7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CAF79-D1AD-D930-B93B-91474F802A5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2D1E11-AB65-10CA-A37E-78BB1EDD54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67DD5-E58F-F0A1-C439-36E3C215ADC5}"/>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533152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D1EAD-57C4-FD6C-F006-4B4167340D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3C5260-D7D2-7FC1-98AE-A3210C83D5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AAB1C-3BD1-C498-7B6C-CB52023FFF9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D195DED-8FB0-41E5-F232-CEE97C1BD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E6097-3C53-0B86-E6F5-82615727CBB1}"/>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4760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F1DAB-9C10-B7F9-876C-6E3CC8F388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9E623D-AF53-88E4-5412-E44F9755F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A2804D-8876-A62F-4CAB-717E1D99C4D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9287A7-2E9A-AD5B-46B5-3C6A5E711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F6DA1-661D-728F-B8AF-71E6AF748809}"/>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2835469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e seul 16pt">
  <p:cSld name="Texte seul 16pt">
    <p:spTree>
      <p:nvGrpSpPr>
        <p:cNvPr id="1" name="Shape 15"/>
        <p:cNvGrpSpPr/>
        <p:nvPr/>
      </p:nvGrpSpPr>
      <p:grpSpPr>
        <a:xfrm>
          <a:off x="0" y="0"/>
          <a:ext cx="0" cy="0"/>
          <a:chOff x="0" y="0"/>
          <a:chExt cx="0" cy="0"/>
        </a:xfrm>
      </p:grpSpPr>
      <p:sp>
        <p:nvSpPr>
          <p:cNvPr id="16" name="Google Shape;16;p28"/>
          <p:cNvSpPr txBox="1">
            <a:spLocks noGrp="1"/>
          </p:cNvSpPr>
          <p:nvPr>
            <p:ph type="body" idx="1"/>
          </p:nvPr>
        </p:nvSpPr>
        <p:spPr>
          <a:xfrm>
            <a:off x="524328" y="1447592"/>
            <a:ext cx="10963874" cy="432138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7" name="Google Shape;17;p28"/>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lvl1pPr marR="0" lvl="0" algn="l" rtl="0">
              <a:lnSpc>
                <a:spcPct val="107692"/>
              </a:lnSpc>
              <a:spcBef>
                <a:spcPts val="0"/>
              </a:spcBef>
              <a:spcAft>
                <a:spcPts val="0"/>
              </a:spcAft>
              <a:buClr>
                <a:schemeClr val="dk1"/>
              </a:buClr>
              <a:buSzPts val="2600"/>
              <a:buFont typeface="Calibri"/>
              <a:buNone/>
              <a:defRPr sz="2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 name="Google Shape;18;p28"/>
          <p:cNvPicPr preferRelativeResize="0"/>
          <p:nvPr/>
        </p:nvPicPr>
        <p:blipFill rotWithShape="1">
          <a:blip r:embed="rId2">
            <a:alphaModFix/>
          </a:blip>
          <a:srcRect/>
          <a:stretch/>
        </p:blipFill>
        <p:spPr>
          <a:xfrm>
            <a:off x="524328" y="1108109"/>
            <a:ext cx="946416" cy="143197"/>
          </a:xfrm>
          <a:prstGeom prst="rect">
            <a:avLst/>
          </a:prstGeom>
          <a:noFill/>
          <a:ln>
            <a:noFill/>
          </a:ln>
        </p:spPr>
      </p:pic>
      <p:pic>
        <p:nvPicPr>
          <p:cNvPr id="19" name="Google Shape;19;p28"/>
          <p:cNvPicPr preferRelativeResize="0"/>
          <p:nvPr/>
        </p:nvPicPr>
        <p:blipFill rotWithShape="1">
          <a:blip r:embed="rId3">
            <a:alphaModFix/>
          </a:blip>
          <a:srcRect/>
          <a:stretch/>
        </p:blipFill>
        <p:spPr>
          <a:xfrm rot="10800000">
            <a:off x="11130888" y="302250"/>
            <a:ext cx="720000" cy="720000"/>
          </a:xfrm>
          <a:prstGeom prst="rect">
            <a:avLst/>
          </a:prstGeom>
          <a:noFill/>
          <a:ln>
            <a:noFill/>
          </a:ln>
        </p:spPr>
      </p:pic>
      <p:sp>
        <p:nvSpPr>
          <p:cNvPr id="20" name="Google Shape;20;p28"/>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900" b="0" i="0" u="none" strike="noStrike" cap="none">
                <a:solidFill>
                  <a:schemeClr val="accent1"/>
                </a:solidFill>
                <a:latin typeface="Calibri"/>
                <a:ea typeface="Calibri"/>
                <a:cs typeface="Calibri"/>
                <a:sym typeface="Calibri"/>
              </a:defRPr>
            </a:lvl1pPr>
            <a:lvl2pPr marL="0" marR="0" lvl="1" indent="0" algn="ctr" rtl="0">
              <a:spcBef>
                <a:spcPts val="0"/>
              </a:spcBef>
              <a:buNone/>
              <a:defRPr sz="900" b="0" i="0" u="none" strike="noStrike" cap="none">
                <a:solidFill>
                  <a:schemeClr val="accent1"/>
                </a:solidFill>
                <a:latin typeface="Calibri"/>
                <a:ea typeface="Calibri"/>
                <a:cs typeface="Calibri"/>
                <a:sym typeface="Calibri"/>
              </a:defRPr>
            </a:lvl2pPr>
            <a:lvl3pPr marL="0" marR="0" lvl="2" indent="0" algn="ctr" rtl="0">
              <a:spcBef>
                <a:spcPts val="0"/>
              </a:spcBef>
              <a:buNone/>
              <a:defRPr sz="900" b="0" i="0" u="none" strike="noStrike" cap="none">
                <a:solidFill>
                  <a:schemeClr val="accent1"/>
                </a:solidFill>
                <a:latin typeface="Calibri"/>
                <a:ea typeface="Calibri"/>
                <a:cs typeface="Calibri"/>
                <a:sym typeface="Calibri"/>
              </a:defRPr>
            </a:lvl3pPr>
            <a:lvl4pPr marL="0" marR="0" lvl="3" indent="0" algn="ctr" rtl="0">
              <a:spcBef>
                <a:spcPts val="0"/>
              </a:spcBef>
              <a:buNone/>
              <a:defRPr sz="900" b="0" i="0" u="none" strike="noStrike" cap="none">
                <a:solidFill>
                  <a:schemeClr val="accent1"/>
                </a:solidFill>
                <a:latin typeface="Calibri"/>
                <a:ea typeface="Calibri"/>
                <a:cs typeface="Calibri"/>
                <a:sym typeface="Calibri"/>
              </a:defRPr>
            </a:lvl4pPr>
            <a:lvl5pPr marL="0" marR="0" lvl="4" indent="0" algn="ctr" rtl="0">
              <a:spcBef>
                <a:spcPts val="0"/>
              </a:spcBef>
              <a:buNone/>
              <a:defRPr sz="900" b="0" i="0" u="none" strike="noStrike" cap="none">
                <a:solidFill>
                  <a:schemeClr val="accent1"/>
                </a:solidFill>
                <a:latin typeface="Calibri"/>
                <a:ea typeface="Calibri"/>
                <a:cs typeface="Calibri"/>
                <a:sym typeface="Calibri"/>
              </a:defRPr>
            </a:lvl5pPr>
            <a:lvl6pPr marL="0" marR="0" lvl="5" indent="0" algn="ctr" rtl="0">
              <a:spcBef>
                <a:spcPts val="0"/>
              </a:spcBef>
              <a:buNone/>
              <a:defRPr sz="900" b="0" i="0" u="none" strike="noStrike" cap="none">
                <a:solidFill>
                  <a:schemeClr val="accent1"/>
                </a:solidFill>
                <a:latin typeface="Calibri"/>
                <a:ea typeface="Calibri"/>
                <a:cs typeface="Calibri"/>
                <a:sym typeface="Calibri"/>
              </a:defRPr>
            </a:lvl6pPr>
            <a:lvl7pPr marL="0" marR="0" lvl="6" indent="0" algn="ctr" rtl="0">
              <a:spcBef>
                <a:spcPts val="0"/>
              </a:spcBef>
              <a:buNone/>
              <a:defRPr sz="900" b="0" i="0" u="none" strike="noStrike" cap="none">
                <a:solidFill>
                  <a:schemeClr val="accent1"/>
                </a:solidFill>
                <a:latin typeface="Calibri"/>
                <a:ea typeface="Calibri"/>
                <a:cs typeface="Calibri"/>
                <a:sym typeface="Calibri"/>
              </a:defRPr>
            </a:lvl7pPr>
            <a:lvl8pPr marL="0" marR="0" lvl="7" indent="0" algn="ctr" rtl="0">
              <a:spcBef>
                <a:spcPts val="0"/>
              </a:spcBef>
              <a:buNone/>
              <a:defRPr sz="900" b="0" i="0" u="none" strike="noStrike" cap="none">
                <a:solidFill>
                  <a:schemeClr val="accent1"/>
                </a:solidFill>
                <a:latin typeface="Calibri"/>
                <a:ea typeface="Calibri"/>
                <a:cs typeface="Calibri"/>
                <a:sym typeface="Calibri"/>
              </a:defRPr>
            </a:lvl8pPr>
            <a:lvl9pPr marL="0" marR="0" lvl="8" indent="0" algn="ctr" rtl="0">
              <a:spcBef>
                <a:spcPts val="0"/>
              </a:spcBef>
              <a:buNone/>
              <a:defRPr sz="900" b="0" i="0" u="none" strike="noStrike" cap="none">
                <a:solidFill>
                  <a:schemeClr val="accen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fr-FR"/>
              <a:t>‹N°›</a:t>
            </a:fld>
            <a:endParaRPr/>
          </a:p>
        </p:txBody>
      </p:sp>
      <p:pic>
        <p:nvPicPr>
          <p:cNvPr id="21" name="Google Shape;21;p28"/>
          <p:cNvPicPr preferRelativeResize="0"/>
          <p:nvPr/>
        </p:nvPicPr>
        <p:blipFill rotWithShape="1">
          <a:blip r:embed="rId4">
            <a:alphaModFix/>
          </a:blip>
          <a:srcRect/>
          <a:stretch/>
        </p:blipFill>
        <p:spPr>
          <a:xfrm>
            <a:off x="344588" y="5846581"/>
            <a:ext cx="720000" cy="720000"/>
          </a:xfrm>
          <a:prstGeom prst="rect">
            <a:avLst/>
          </a:prstGeom>
          <a:noFill/>
          <a:ln>
            <a:noFill/>
          </a:ln>
        </p:spPr>
      </p:pic>
    </p:spTree>
    <p:extLst>
      <p:ext uri="{BB962C8B-B14F-4D97-AF65-F5344CB8AC3E}">
        <p14:creationId xmlns:p14="http://schemas.microsoft.com/office/powerpoint/2010/main" val="4190573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p:cSld name="Titre">
    <p:spTree>
      <p:nvGrpSpPr>
        <p:cNvPr id="1" name="Shape 11"/>
        <p:cNvGrpSpPr/>
        <p:nvPr/>
      </p:nvGrpSpPr>
      <p:grpSpPr>
        <a:xfrm>
          <a:off x="0" y="0"/>
          <a:ext cx="0" cy="0"/>
          <a:chOff x="0" y="0"/>
          <a:chExt cx="0" cy="0"/>
        </a:xfrm>
      </p:grpSpPr>
      <p:sp>
        <p:nvSpPr>
          <p:cNvPr id="12" name="Google Shape;12;p17"/>
          <p:cNvSpPr>
            <a:spLocks noGrp="1"/>
          </p:cNvSpPr>
          <p:nvPr>
            <p:ph type="pic" idx="2"/>
          </p:nvPr>
        </p:nvSpPr>
        <p:spPr>
          <a:xfrm>
            <a:off x="0" y="0"/>
            <a:ext cx="12192000" cy="6857999"/>
          </a:xfrm>
          <a:prstGeom prst="rect">
            <a:avLst/>
          </a:prstGeom>
          <a:noFill/>
          <a:ln>
            <a:noFill/>
          </a:ln>
        </p:spPr>
        <p:txBody>
          <a:bodyPr/>
          <a:lstStyle/>
          <a:p>
            <a:endParaRPr lang="fr-FR"/>
          </a:p>
        </p:txBody>
      </p:sp>
      <p:sp>
        <p:nvSpPr>
          <p:cNvPr id="13" name="Google Shape;13;p17"/>
          <p:cNvSpPr txBox="1">
            <a:spLocks noGrp="1"/>
          </p:cNvSpPr>
          <p:nvPr>
            <p:ph type="body" idx="1"/>
          </p:nvPr>
        </p:nvSpPr>
        <p:spPr>
          <a:xfrm>
            <a:off x="1861200" y="3871913"/>
            <a:ext cx="5530850" cy="3810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body" idx="3"/>
          </p:nvPr>
        </p:nvSpPr>
        <p:spPr>
          <a:xfrm>
            <a:off x="1860550" y="1955804"/>
            <a:ext cx="5529263" cy="1519501"/>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1000"/>
              </a:spcBef>
              <a:spcAft>
                <a:spcPts val="0"/>
              </a:spcAft>
              <a:buClr>
                <a:schemeClr val="dk1"/>
              </a:buClr>
              <a:buSzPts val="4000"/>
              <a:buFont typeface="Arial"/>
              <a:buNone/>
              <a:defRPr sz="4000" b="1" i="0" u="none" strike="noStrike" cap="none">
                <a:solidFill>
                  <a:schemeClr val="dk1"/>
                </a:solidFill>
                <a:latin typeface="Calibri"/>
                <a:ea typeface="Calibri"/>
                <a:cs typeface="Calibri"/>
                <a:sym typeface="Calibri"/>
              </a:defRPr>
            </a:lvl1pPr>
            <a:lvl2pPr marL="914400" marR="0" lvl="1" indent="-228600" algn="l" rtl="0">
              <a:lnSpc>
                <a:spcPct val="14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l" rtl="0">
              <a:lnSpc>
                <a:spcPct val="168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l" rtl="0">
              <a:lnSpc>
                <a:spcPct val="186666"/>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l" rtl="0">
              <a:lnSpc>
                <a:spcPct val="186666"/>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69912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_">
  <p:cSld name="_">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515937" y="519454"/>
            <a:ext cx="10980737" cy="425109"/>
          </a:xfrm>
          <a:prstGeom prst="rect">
            <a:avLst/>
          </a:prstGeom>
          <a:noFill/>
          <a:ln>
            <a:noFill/>
          </a:ln>
        </p:spPr>
        <p:txBody>
          <a:bodyPr spcFirstLastPara="1" wrap="square" lIns="0" tIns="45700" rIns="91425" bIns="45700" anchor="b" anchorCtr="0">
            <a:noAutofit/>
          </a:bodyPr>
          <a:lstStyle>
            <a:lvl1pPr marR="0" lvl="0" algn="l" rtl="0">
              <a:lnSpc>
                <a:spcPct val="107692"/>
              </a:lnSpc>
              <a:spcBef>
                <a:spcPts val="0"/>
              </a:spcBef>
              <a:spcAft>
                <a:spcPts val="0"/>
              </a:spcAft>
              <a:buClr>
                <a:schemeClr val="dk1"/>
              </a:buClr>
              <a:buSzPts val="2600"/>
              <a:buFont typeface="Calibri"/>
              <a:buNone/>
              <a:defRPr sz="2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0"/>
          <p:cNvSpPr txBox="1"/>
          <p:nvPr/>
        </p:nvSpPr>
        <p:spPr>
          <a:xfrm>
            <a:off x="144388" y="6427446"/>
            <a:ext cx="412750" cy="7667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fr-FR" sz="900" b="0" i="0" u="none" strike="noStrike" cap="none">
                <a:solidFill>
                  <a:schemeClr val="accent1"/>
                </a:solidFill>
                <a:latin typeface="Calibri"/>
                <a:ea typeface="Calibri"/>
                <a:cs typeface="Calibri"/>
                <a:sym typeface="Calibri"/>
              </a:rPr>
              <a:t>‹N°›</a:t>
            </a:fld>
            <a:endParaRPr sz="900" b="0" i="0" u="none" strike="noStrike" cap="none">
              <a:solidFill>
                <a:schemeClr val="accent1"/>
              </a:solidFill>
              <a:latin typeface="Calibri"/>
              <a:ea typeface="Calibri"/>
              <a:cs typeface="Calibri"/>
              <a:sym typeface="Calibri"/>
            </a:endParaRPr>
          </a:p>
        </p:txBody>
      </p:sp>
      <p:pic>
        <p:nvPicPr>
          <p:cNvPr id="30" name="Google Shape;30;p30"/>
          <p:cNvPicPr preferRelativeResize="0"/>
          <p:nvPr/>
        </p:nvPicPr>
        <p:blipFill rotWithShape="1">
          <a:blip r:embed="rId2">
            <a:alphaModFix/>
          </a:blip>
          <a:srcRect/>
          <a:stretch/>
        </p:blipFill>
        <p:spPr>
          <a:xfrm>
            <a:off x="300038" y="5840300"/>
            <a:ext cx="669925" cy="669925"/>
          </a:xfrm>
          <a:prstGeom prst="rect">
            <a:avLst/>
          </a:prstGeom>
          <a:noFill/>
          <a:ln>
            <a:noFill/>
          </a:ln>
        </p:spPr>
      </p:pic>
      <p:pic>
        <p:nvPicPr>
          <p:cNvPr id="31" name="Google Shape;31;p30"/>
          <p:cNvPicPr preferRelativeResize="0"/>
          <p:nvPr/>
        </p:nvPicPr>
        <p:blipFill rotWithShape="1">
          <a:blip r:embed="rId3">
            <a:alphaModFix/>
          </a:blip>
          <a:srcRect/>
          <a:stretch/>
        </p:blipFill>
        <p:spPr>
          <a:xfrm rot="10800000">
            <a:off x="11191038" y="296238"/>
            <a:ext cx="666000" cy="666000"/>
          </a:xfrm>
          <a:prstGeom prst="rect">
            <a:avLst/>
          </a:prstGeom>
          <a:noFill/>
          <a:ln>
            <a:noFill/>
          </a:ln>
        </p:spPr>
      </p:pic>
      <p:pic>
        <p:nvPicPr>
          <p:cNvPr id="32" name="Google Shape;32;p30"/>
          <p:cNvPicPr preferRelativeResize="0"/>
          <p:nvPr/>
        </p:nvPicPr>
        <p:blipFill rotWithShape="1">
          <a:blip r:embed="rId4">
            <a:alphaModFix/>
          </a:blip>
          <a:srcRect/>
          <a:stretch/>
        </p:blipFill>
        <p:spPr>
          <a:xfrm>
            <a:off x="524328" y="1108109"/>
            <a:ext cx="946416" cy="143197"/>
          </a:xfrm>
          <a:prstGeom prst="rect">
            <a:avLst/>
          </a:prstGeom>
          <a:noFill/>
          <a:ln>
            <a:noFill/>
          </a:ln>
        </p:spPr>
      </p:pic>
    </p:spTree>
    <p:extLst>
      <p:ext uri="{BB962C8B-B14F-4D97-AF65-F5344CB8AC3E}">
        <p14:creationId xmlns:p14="http://schemas.microsoft.com/office/powerpoint/2010/main" val="4292318342"/>
      </p:ext>
    </p:extLst>
  </p:cSld>
  <p:clrMapOvr>
    <a:masterClrMapping/>
  </p:clrMapOvr>
  <p:extLst>
    <p:ext uri="{DCECCB84-F9BA-43D5-87BE-67443E8EF086}">
      <p15:sldGuideLst xmlns:p15="http://schemas.microsoft.com/office/powerpoint/2012/main">
        <p15:guide id="1" orient="horz" pos="2160">
          <p15:clr>
            <a:srgbClr val="FBAE40"/>
          </p15:clr>
        </p15:guide>
        <p15:guide id="2" pos="726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634F3-928F-C80B-DB68-BA45E39127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BC8AA8-67DB-0D94-8D2A-793D0601BA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AD7002-C599-9EB1-294B-5E58E30646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22C628D-BCE4-3B9B-F302-3A6C91AB0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BDABB-F506-D8C3-4621-2BACC2B4354A}"/>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791771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37EC-62EB-D43A-FFDA-2B578A0728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CD58E-8A96-397B-2912-C06EE55EF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6337C-552A-7B3B-BD06-D4C718DD5AC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0EEF757-D29D-D2E4-BED9-DE472A7BB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C074A-CDF4-7917-05E4-B72BC142E9C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412188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AECB-D6EF-DA5E-B926-9DC76C99EF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BFF6D0-A892-F89D-20EF-D064E25E1A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48F9E7-CD1A-77E0-34AA-6B1EB80269E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9EA9625-94E6-EE37-EF54-09B991A8E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3593E-F075-F463-22F7-9CC1B90983F8}"/>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187565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CF6CD-D005-AEEC-2DC7-E7C81A7AB3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143CC3-E0BC-E6A6-C34E-9E2D18A3F4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7767E-E34A-A338-E607-11CEFA73A6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DCF837-4932-C9AD-D004-72C503E7876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C39EF34-FEB4-316E-858F-DC32323A3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99B985-4901-9D33-ED04-20CF94DF6507}"/>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120575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D28F-AE62-7F1A-92C8-F19B523F53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19E755-3CB4-4382-DB3E-E7FDBD2147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8B96A7-2418-6CDC-0790-523AB26DB1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68A374-DDDF-1270-0D04-CDE98B6E8A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C21E1F-569D-6C4A-8B0D-D8F0AD6E79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44691A-EFFE-31FB-1172-915A5844E2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0724E391-3E56-AB52-B25E-A5E1B5F265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B77E42-3405-84D2-DA86-481C9E6A1305}"/>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939637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ED78-651B-4C30-453F-0CAA8A7CC4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677024-30EC-ACC7-19CF-D500F060A5C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75A8B51-E7F3-D9EF-BC60-83A6A0A489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17A82C-B329-EF5A-AA0E-475CBB891F14}"/>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597896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FE30D3-99C3-3D80-86EC-F4E8094FE0B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B3C0B06C-2A1B-C3D7-5FAB-234E4BAA69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7FBCF0-C402-BC66-2460-4B3A56E9DD87}"/>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432947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FD167-3685-38CB-934D-B4938E1DCF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0303E6-21B1-1074-89B4-0788A9E59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42B24B-8FFA-86B5-E687-D8506B816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49C32-8A08-C261-EA53-A1D6A36ABB9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866C412-BD5A-2FA0-4907-63D7C24E6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44E60-4941-247B-A691-2ADCC9242B5A}"/>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9190674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920F-25ED-4EDB-0B9E-7CE677966A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BF7BED-E3A0-9973-B23C-42916BB4A3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6EA2B6-E663-1179-1ACC-55F393458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99C4B2-710D-F488-026A-D1F2BC331C4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2966AD5-D625-0CBA-BA41-EBA0E849A6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574463-1EC3-1388-C506-5F3CD9F6AE89}"/>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642849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C5EB-87E3-5B40-4F50-387E149FC6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F53989-1201-E1D4-FB29-EF0CAC29AA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76EC6-4193-CD1F-894D-0B5E6659CD5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26F5BF9-2011-E2BB-8573-494192932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F4736-D663-2CFB-CD8E-AB44216CB7F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981210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A3828D-78D6-1C18-00FD-3B584C7F03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EE1AFF-BBBF-5072-6A79-3212E3484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9A811-349A-D986-738B-9FD6BCDD2F0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CC5B8EC-195F-F0CC-96EA-804DF558F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AFC90-DB3D-6D6C-2B9B-5F33F76C462F}"/>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4244709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B2F-273C-B94A-A915-E9A49552FD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F59698-9FB0-EAB1-E503-D59BDBE79149}"/>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1F19C09B-0810-2309-7286-F162226EB6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583457-E737-1213-8C21-0EE0273C4AD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745359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24EF7-B8D9-DB46-00F7-5A339333F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4F61CB-69A1-C606-61C0-004F978A66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9F2E9-8A0A-4FC7-307E-80098D2A55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32B81356-6FFE-9802-3AE5-F53CFBD54F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166CF3-4ECC-8EA0-6299-98C0CFCA5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6DABA7-C5CC-4612-889C-A09D3482BA66}" type="slidenum">
              <a:rPr lang="en-US" smtClean="0"/>
              <a:t>‹N°›</a:t>
            </a:fld>
            <a:endParaRPr lang="en-US"/>
          </a:p>
        </p:txBody>
      </p:sp>
    </p:spTree>
    <p:extLst>
      <p:ext uri="{BB962C8B-B14F-4D97-AF65-F5344CB8AC3E}">
        <p14:creationId xmlns:p14="http://schemas.microsoft.com/office/powerpoint/2010/main" val="974606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88" r:id="rId13"/>
    <p:sldLayoutId id="214748368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383595-76A9-2B3A-C9D6-191796AA1A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709291-D6E0-DF33-89FC-534180EF02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56F6B-F672-57D1-A08F-71A1470B21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48BFAE4-02FC-96F0-5049-1B98B18238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9FD933-1726-7B14-26DC-88A1CC737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12DED8-5F82-40B3-8AC3-A7A8E901F97E}" type="slidenum">
              <a:rPr lang="en-US" smtClean="0"/>
              <a:t>‹N°›</a:t>
            </a:fld>
            <a:endParaRPr lang="en-US"/>
          </a:p>
        </p:txBody>
      </p:sp>
    </p:spTree>
    <p:extLst>
      <p:ext uri="{BB962C8B-B14F-4D97-AF65-F5344CB8AC3E}">
        <p14:creationId xmlns:p14="http://schemas.microsoft.com/office/powerpoint/2010/main" val="859421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4.jp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
          <p:cNvPicPr preferRelativeResize="0">
            <a:picLocks noGrp="1"/>
          </p:cNvPicPr>
          <p:nvPr>
            <p:ph type="pic" idx="2"/>
          </p:nvPr>
        </p:nvPicPr>
        <p:blipFill rotWithShape="1">
          <a:blip r:embed="rId3">
            <a:alphaModFix/>
          </a:blip>
          <a:srcRect/>
          <a:stretch/>
        </p:blipFill>
        <p:spPr>
          <a:xfrm>
            <a:off x="0" y="0"/>
            <a:ext cx="12192000" cy="6857999"/>
          </a:xfrm>
          <a:prstGeom prst="rect">
            <a:avLst/>
          </a:prstGeom>
          <a:noFill/>
          <a:ln>
            <a:noFill/>
          </a:ln>
        </p:spPr>
      </p:pic>
      <p:sp>
        <p:nvSpPr>
          <p:cNvPr id="123" name="Google Shape;123;p1"/>
          <p:cNvSpPr txBox="1">
            <a:spLocks noGrp="1"/>
          </p:cNvSpPr>
          <p:nvPr>
            <p:ph type="body" idx="1"/>
          </p:nvPr>
        </p:nvSpPr>
        <p:spPr>
          <a:xfrm>
            <a:off x="1861200" y="3871913"/>
            <a:ext cx="5530850" cy="381000"/>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chemeClr val="accent2"/>
              </a:buClr>
              <a:buSzPts val="1600"/>
              <a:buNone/>
            </a:pPr>
            <a:r>
              <a:rPr lang="fr-FR">
                <a:solidFill>
                  <a:schemeClr val="accent2"/>
                </a:solidFill>
              </a:rPr>
              <a:t>Sous-titre ou nom de la personne</a:t>
            </a:r>
            <a:endParaRPr/>
          </a:p>
        </p:txBody>
      </p:sp>
      <p:sp>
        <p:nvSpPr>
          <p:cNvPr id="124" name="Google Shape;124;p1"/>
          <p:cNvSpPr txBox="1">
            <a:spLocks noGrp="1"/>
          </p:cNvSpPr>
          <p:nvPr>
            <p:ph type="body" idx="3"/>
          </p:nvPr>
        </p:nvSpPr>
        <p:spPr>
          <a:xfrm>
            <a:off x="1860550" y="1955804"/>
            <a:ext cx="5529263" cy="151950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dk1"/>
              </a:buClr>
              <a:buSzPts val="2800"/>
              <a:buNone/>
            </a:pPr>
            <a:r>
              <a:rPr lang="fr-FR" sz="2800"/>
              <a:t>Titre de la présentation sur </a:t>
            </a:r>
            <a:br>
              <a:rPr lang="fr-FR" sz="2800"/>
            </a:br>
            <a:r>
              <a:rPr lang="fr-FR" sz="2800"/>
              <a:t>2 lignes de texte maximum</a:t>
            </a:r>
            <a:endParaRPr/>
          </a:p>
        </p:txBody>
      </p:sp>
      <p:grpSp>
        <p:nvGrpSpPr>
          <p:cNvPr id="125" name="Google Shape;125;p1"/>
          <p:cNvGrpSpPr/>
          <p:nvPr/>
        </p:nvGrpSpPr>
        <p:grpSpPr>
          <a:xfrm>
            <a:off x="698500" y="728662"/>
            <a:ext cx="9985792" cy="5400675"/>
            <a:chOff x="698500" y="728662"/>
            <a:chExt cx="9985792" cy="5400675"/>
          </a:xfrm>
        </p:grpSpPr>
        <p:pic>
          <p:nvPicPr>
            <p:cNvPr id="126" name="Google Shape;126;p1"/>
            <p:cNvPicPr preferRelativeResize="0"/>
            <p:nvPr/>
          </p:nvPicPr>
          <p:blipFill rotWithShape="1">
            <a:blip r:embed="rId4">
              <a:alphaModFix/>
            </a:blip>
            <a:srcRect/>
            <a:stretch/>
          </p:blipFill>
          <p:spPr>
            <a:xfrm>
              <a:off x="698500" y="728662"/>
              <a:ext cx="9985792" cy="5400675"/>
            </a:xfrm>
            <a:prstGeom prst="rect">
              <a:avLst/>
            </a:prstGeom>
            <a:noFill/>
            <a:ln>
              <a:noFill/>
            </a:ln>
          </p:spPr>
        </p:pic>
        <p:pic>
          <p:nvPicPr>
            <p:cNvPr id="127" name="Google Shape;127;p1"/>
            <p:cNvPicPr preferRelativeResize="0"/>
            <p:nvPr/>
          </p:nvPicPr>
          <p:blipFill rotWithShape="1">
            <a:blip r:embed="rId5">
              <a:alphaModFix/>
            </a:blip>
            <a:srcRect/>
            <a:stretch/>
          </p:blipFill>
          <p:spPr>
            <a:xfrm rot="5400000">
              <a:off x="1160378" y="1231861"/>
              <a:ext cx="1300018" cy="1300018"/>
            </a:xfrm>
            <a:prstGeom prst="rect">
              <a:avLst/>
            </a:prstGeom>
            <a:noFill/>
            <a:ln>
              <a:noFill/>
            </a:ln>
          </p:spPr>
        </p:pic>
      </p:grpSp>
      <p:pic>
        <p:nvPicPr>
          <p:cNvPr id="128" name="Google Shape;128;p1"/>
          <p:cNvPicPr preferRelativeResize="0"/>
          <p:nvPr/>
        </p:nvPicPr>
        <p:blipFill rotWithShape="1">
          <a:blip r:embed="rId6">
            <a:alphaModFix/>
          </a:blip>
          <a:srcRect/>
          <a:stretch/>
        </p:blipFill>
        <p:spPr>
          <a:xfrm>
            <a:off x="1860551" y="5436118"/>
            <a:ext cx="1029871" cy="235250"/>
          </a:xfrm>
          <a:prstGeom prst="rect">
            <a:avLst/>
          </a:prstGeom>
          <a:noFill/>
          <a:ln>
            <a:noFill/>
          </a:ln>
        </p:spPr>
      </p:pic>
      <p:pic>
        <p:nvPicPr>
          <p:cNvPr id="129" name="Google Shape;129;p1"/>
          <p:cNvPicPr preferRelativeResize="0"/>
          <p:nvPr/>
        </p:nvPicPr>
        <p:blipFill rotWithShape="1">
          <a:blip r:embed="rId7">
            <a:alphaModFix/>
          </a:blip>
          <a:srcRect/>
          <a:stretch/>
        </p:blipFill>
        <p:spPr>
          <a:xfrm>
            <a:off x="1860550" y="4345736"/>
            <a:ext cx="1619639" cy="669090"/>
          </a:xfrm>
          <a:prstGeom prst="rect">
            <a:avLst/>
          </a:prstGeom>
          <a:noFill/>
          <a:ln>
            <a:noFill/>
          </a:ln>
        </p:spPr>
      </p:pic>
      <p:pic>
        <p:nvPicPr>
          <p:cNvPr id="130" name="Google Shape;130;p1"/>
          <p:cNvPicPr preferRelativeResize="0"/>
          <p:nvPr/>
        </p:nvPicPr>
        <p:blipFill rotWithShape="1">
          <a:blip r:embed="rId8">
            <a:alphaModFix/>
          </a:blip>
          <a:srcRect/>
          <a:stretch/>
        </p:blipFill>
        <p:spPr>
          <a:xfrm>
            <a:off x="4108946" y="5456965"/>
            <a:ext cx="517679" cy="148452"/>
          </a:xfrm>
          <a:prstGeom prst="rect">
            <a:avLst/>
          </a:prstGeom>
          <a:noFill/>
          <a:ln>
            <a:noFill/>
          </a:ln>
        </p:spPr>
      </p:pic>
      <p:pic>
        <p:nvPicPr>
          <p:cNvPr id="131" name="Google Shape;131;p1"/>
          <p:cNvPicPr preferRelativeResize="0"/>
          <p:nvPr/>
        </p:nvPicPr>
        <p:blipFill rotWithShape="1">
          <a:blip r:embed="rId9">
            <a:alphaModFix/>
          </a:blip>
          <a:srcRect/>
          <a:stretch/>
        </p:blipFill>
        <p:spPr>
          <a:xfrm>
            <a:off x="4894607" y="5444061"/>
            <a:ext cx="709967" cy="161355"/>
          </a:xfrm>
          <a:prstGeom prst="rect">
            <a:avLst/>
          </a:prstGeom>
          <a:noFill/>
          <a:ln>
            <a:noFill/>
          </a:ln>
        </p:spPr>
      </p:pic>
      <p:pic>
        <p:nvPicPr>
          <p:cNvPr id="132" name="Google Shape;132;p1"/>
          <p:cNvPicPr preferRelativeResize="0"/>
          <p:nvPr/>
        </p:nvPicPr>
        <p:blipFill rotWithShape="1">
          <a:blip r:embed="rId10">
            <a:alphaModFix/>
          </a:blip>
          <a:srcRect/>
          <a:stretch/>
        </p:blipFill>
        <p:spPr>
          <a:xfrm>
            <a:off x="3176333" y="5440751"/>
            <a:ext cx="607711" cy="201542"/>
          </a:xfrm>
          <a:prstGeom prst="rect">
            <a:avLst/>
          </a:prstGeom>
          <a:noFill/>
          <a:ln>
            <a:noFill/>
          </a:ln>
        </p:spPr>
      </p:pic>
      <p:sp>
        <p:nvSpPr>
          <p:cNvPr id="133" name="Google Shape;133;p1"/>
          <p:cNvSpPr txBox="1"/>
          <p:nvPr/>
        </p:nvSpPr>
        <p:spPr>
          <a:xfrm>
            <a:off x="1861200" y="1920000"/>
            <a:ext cx="5530800" cy="381000"/>
          </a:xfrm>
          <a:prstGeom prst="rect">
            <a:avLst/>
          </a:prstGeom>
          <a:noFill/>
          <a:ln>
            <a:noFill/>
          </a:ln>
        </p:spPr>
        <p:txBody>
          <a:bodyPr spcFirstLastPara="1" wrap="square" lIns="0" tIns="0" rIns="0" bIns="0" anchor="t" anchorCtr="0">
            <a:noAutofit/>
          </a:bodyPr>
          <a:lstStyle/>
          <a:p>
            <a:pPr marL="228600" marR="0" lvl="0" indent="-228600" algn="l" rtl="0">
              <a:lnSpc>
                <a:spcPct val="90000"/>
              </a:lnSpc>
              <a:spcBef>
                <a:spcPts val="0"/>
              </a:spcBef>
              <a:spcAft>
                <a:spcPts val="0"/>
              </a:spcAft>
              <a:buClr>
                <a:schemeClr val="dk1"/>
              </a:buClr>
              <a:buSzPts val="1600"/>
              <a:buFont typeface="Arial"/>
              <a:buNone/>
            </a:pPr>
            <a:r>
              <a:rPr lang="fr-FR" sz="1600" dirty="0">
                <a:solidFill>
                  <a:schemeClr val="dk1"/>
                </a:solidFill>
                <a:latin typeface="Calibri"/>
                <a:ea typeface="Calibri"/>
                <a:cs typeface="Calibri"/>
                <a:sym typeface="Calibri"/>
              </a:rPr>
              <a:t>12.11</a:t>
            </a:r>
            <a:r>
              <a:rPr lang="fr-FR" sz="1600" b="0" i="0" u="none" strike="noStrike" cap="none" dirty="0">
                <a:solidFill>
                  <a:schemeClr val="dk1"/>
                </a:solidFill>
                <a:latin typeface="Calibri"/>
                <a:ea typeface="Calibri"/>
                <a:cs typeface="Calibri"/>
                <a:sym typeface="Calibri"/>
              </a:rPr>
              <a:t>.2025</a:t>
            </a:r>
            <a:endParaRPr dirty="0"/>
          </a:p>
        </p:txBody>
      </p:sp>
      <p:sp>
        <p:nvSpPr>
          <p:cNvPr id="134" name="Google Shape;134;p1"/>
          <p:cNvSpPr txBox="1"/>
          <p:nvPr/>
        </p:nvSpPr>
        <p:spPr>
          <a:xfrm>
            <a:off x="1860550" y="3810206"/>
            <a:ext cx="5530800" cy="381000"/>
          </a:xfrm>
          <a:prstGeom prst="rect">
            <a:avLst/>
          </a:prstGeom>
          <a:noFill/>
          <a:ln>
            <a:noFill/>
          </a:ln>
        </p:spPr>
        <p:txBody>
          <a:bodyPr spcFirstLastPara="1" wrap="square" lIns="0" tIns="0" rIns="0" bIns="0" anchor="t" anchorCtr="0">
            <a:noAutofit/>
          </a:bodyPr>
          <a:lstStyle/>
          <a:p>
            <a:pPr marL="228600" marR="0" lvl="0" indent="-228600" algn="l" rtl="0">
              <a:lnSpc>
                <a:spcPct val="90000"/>
              </a:lnSpc>
              <a:spcBef>
                <a:spcPts val="0"/>
              </a:spcBef>
              <a:spcAft>
                <a:spcPts val="0"/>
              </a:spcAft>
              <a:buClr>
                <a:schemeClr val="accent2"/>
              </a:buClr>
              <a:buSzPts val="1600"/>
              <a:buFont typeface="Arial"/>
              <a:buNone/>
            </a:pPr>
            <a:endParaRPr lang="fr-FR" sz="1600" b="0" i="0" u="none" strike="noStrike" cap="none" dirty="0">
              <a:latin typeface="Calibri"/>
              <a:ea typeface="Calibri"/>
              <a:cs typeface="Calibri"/>
              <a:sym typeface="Calibri"/>
            </a:endParaRPr>
          </a:p>
        </p:txBody>
      </p:sp>
      <p:sp>
        <p:nvSpPr>
          <p:cNvPr id="2" name="Google Shape;135;p1">
            <a:extLst>
              <a:ext uri="{FF2B5EF4-FFF2-40B4-BE49-F238E27FC236}">
                <a16:creationId xmlns:a16="http://schemas.microsoft.com/office/drawing/2014/main" id="{9CB439E2-45C1-778F-FA36-506140CD0231}"/>
              </a:ext>
            </a:extLst>
          </p:cNvPr>
          <p:cNvSpPr txBox="1"/>
          <p:nvPr/>
        </p:nvSpPr>
        <p:spPr>
          <a:xfrm>
            <a:off x="1860550" y="2529411"/>
            <a:ext cx="8025728" cy="9406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dk1"/>
              </a:buClr>
              <a:buSzPts val="2800"/>
              <a:buFont typeface="Arial"/>
              <a:buNone/>
            </a:pPr>
            <a:endParaRPr lang="fr-FR" sz="28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r>
              <a:rPr lang="fr-FR" sz="2800" b="1" dirty="0">
                <a:solidFill>
                  <a:schemeClr val="dk1"/>
                </a:solidFill>
                <a:latin typeface="Calibri"/>
                <a:ea typeface="Calibri"/>
                <a:cs typeface="Calibri"/>
                <a:sym typeface="Calibri"/>
              </a:rPr>
              <a:t>FASC – Avancée projet</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0A90B6F-2F2D-BF17-0BD3-3D4D037C89D7}"/>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37A3C9EA-950C-AAAB-37EC-FE5332EE075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General overview</a:t>
            </a:r>
            <a:endParaRPr dirty="0"/>
          </a:p>
        </p:txBody>
      </p:sp>
      <p:sp>
        <p:nvSpPr>
          <p:cNvPr id="239" name="Google Shape;239;p13">
            <a:extLst>
              <a:ext uri="{FF2B5EF4-FFF2-40B4-BE49-F238E27FC236}">
                <a16:creationId xmlns:a16="http://schemas.microsoft.com/office/drawing/2014/main" id="{33AB336D-F614-4BF0-D408-50580652D8E4}"/>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a:t>
            </a:fld>
            <a:endParaRPr/>
          </a:p>
        </p:txBody>
      </p:sp>
      <p:pic>
        <p:nvPicPr>
          <p:cNvPr id="1026" name="Picture 2">
            <a:extLst>
              <a:ext uri="{FF2B5EF4-FFF2-40B4-BE49-F238E27FC236}">
                <a16:creationId xmlns:a16="http://schemas.microsoft.com/office/drawing/2014/main" id="{7C639269-2845-A15E-BFAF-593B8F323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49" y="2125508"/>
            <a:ext cx="2087030" cy="647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2B1C7D0-A483-A245-5FEC-0C3688A7A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3776" y="2494840"/>
            <a:ext cx="2321406" cy="548696"/>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ABA70C1E-7812-9F7B-ACFA-4714F8B28A17}"/>
              </a:ext>
            </a:extLst>
          </p:cNvPr>
          <p:cNvSpPr txBox="1"/>
          <p:nvPr/>
        </p:nvSpPr>
        <p:spPr>
          <a:xfrm>
            <a:off x="739259" y="1509094"/>
            <a:ext cx="1640385" cy="369332"/>
          </a:xfrm>
          <a:prstGeom prst="rect">
            <a:avLst/>
          </a:prstGeom>
          <a:solidFill>
            <a:schemeClr val="bg2">
              <a:lumMod val="90000"/>
            </a:schemeClr>
          </a:solidFill>
        </p:spPr>
        <p:txBody>
          <a:bodyPr wrap="none" rtlCol="0">
            <a:spAutoFit/>
          </a:bodyPr>
          <a:lstStyle/>
          <a:p>
            <a:r>
              <a:rPr lang="en-US" b="1" dirty="0"/>
              <a:t>PRODUCTION</a:t>
            </a:r>
            <a:endParaRPr lang="fr-FR" b="1" dirty="0"/>
          </a:p>
        </p:txBody>
      </p:sp>
      <p:sp>
        <p:nvSpPr>
          <p:cNvPr id="5" name="ZoneTexte 4">
            <a:extLst>
              <a:ext uri="{FF2B5EF4-FFF2-40B4-BE49-F238E27FC236}">
                <a16:creationId xmlns:a16="http://schemas.microsoft.com/office/drawing/2014/main" id="{5EFC9421-70F9-8F86-8038-E79B71E9A833}"/>
              </a:ext>
            </a:extLst>
          </p:cNvPr>
          <p:cNvSpPr txBox="1"/>
          <p:nvPr/>
        </p:nvSpPr>
        <p:spPr>
          <a:xfrm>
            <a:off x="7552830" y="1522875"/>
            <a:ext cx="1143262" cy="369332"/>
          </a:xfrm>
          <a:prstGeom prst="rect">
            <a:avLst/>
          </a:prstGeom>
          <a:solidFill>
            <a:schemeClr val="bg2">
              <a:lumMod val="90000"/>
            </a:schemeClr>
          </a:solidFill>
        </p:spPr>
        <p:txBody>
          <a:bodyPr wrap="none" rtlCol="0">
            <a:spAutoFit/>
          </a:bodyPr>
          <a:lstStyle/>
          <a:p>
            <a:r>
              <a:rPr lang="en-US" b="1" dirty="0"/>
              <a:t>DEMAND</a:t>
            </a:r>
            <a:endParaRPr lang="fr-FR" b="1" dirty="0"/>
          </a:p>
        </p:txBody>
      </p:sp>
      <p:sp>
        <p:nvSpPr>
          <p:cNvPr id="6" name="Cylindre 5">
            <a:extLst>
              <a:ext uri="{FF2B5EF4-FFF2-40B4-BE49-F238E27FC236}">
                <a16:creationId xmlns:a16="http://schemas.microsoft.com/office/drawing/2014/main" id="{F9CAD591-A90B-80A8-2EC1-01D88A8837C5}"/>
              </a:ext>
            </a:extLst>
          </p:cNvPr>
          <p:cNvSpPr/>
          <p:nvPr/>
        </p:nvSpPr>
        <p:spPr>
          <a:xfrm>
            <a:off x="10455119" y="2717305"/>
            <a:ext cx="1039948" cy="1252862"/>
          </a:xfrm>
          <a:prstGeom prst="can">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Material intensity DB</a:t>
            </a:r>
            <a:endParaRPr lang="fr-FR" sz="1600" dirty="0">
              <a:solidFill>
                <a:schemeClr val="tx1"/>
              </a:solidFill>
            </a:endParaRPr>
          </a:p>
        </p:txBody>
      </p:sp>
      <p:sp>
        <p:nvSpPr>
          <p:cNvPr id="7" name="ZoneTexte 6">
            <a:extLst>
              <a:ext uri="{FF2B5EF4-FFF2-40B4-BE49-F238E27FC236}">
                <a16:creationId xmlns:a16="http://schemas.microsoft.com/office/drawing/2014/main" id="{35BF921B-6CB5-B9BB-AB96-35345314CE47}"/>
              </a:ext>
            </a:extLst>
          </p:cNvPr>
          <p:cNvSpPr txBox="1"/>
          <p:nvPr/>
        </p:nvSpPr>
        <p:spPr>
          <a:xfrm>
            <a:off x="7608924" y="2125508"/>
            <a:ext cx="852926" cy="369332"/>
          </a:xfrm>
          <a:prstGeom prst="rect">
            <a:avLst/>
          </a:prstGeom>
          <a:noFill/>
        </p:spPr>
        <p:txBody>
          <a:bodyPr wrap="none" rtlCol="0">
            <a:spAutoFit/>
          </a:bodyPr>
          <a:lstStyle/>
          <a:p>
            <a:r>
              <a:rPr lang="en-US" dirty="0"/>
              <a:t>Energy</a:t>
            </a:r>
            <a:endParaRPr lang="fr-FR" dirty="0"/>
          </a:p>
        </p:txBody>
      </p:sp>
      <p:sp>
        <p:nvSpPr>
          <p:cNvPr id="8" name="ZoneTexte 7">
            <a:extLst>
              <a:ext uri="{FF2B5EF4-FFF2-40B4-BE49-F238E27FC236}">
                <a16:creationId xmlns:a16="http://schemas.microsoft.com/office/drawing/2014/main" id="{B2A5A5D7-E6D3-11AE-313F-C81A7660BED7}"/>
              </a:ext>
            </a:extLst>
          </p:cNvPr>
          <p:cNvSpPr txBox="1"/>
          <p:nvPr/>
        </p:nvSpPr>
        <p:spPr>
          <a:xfrm>
            <a:off x="7849578" y="3428395"/>
            <a:ext cx="549766" cy="369332"/>
          </a:xfrm>
          <a:prstGeom prst="rect">
            <a:avLst/>
          </a:prstGeom>
          <a:noFill/>
        </p:spPr>
        <p:txBody>
          <a:bodyPr wrap="none" rtlCol="0">
            <a:spAutoFit/>
          </a:bodyPr>
          <a:lstStyle/>
          <a:p>
            <a:r>
              <a:rPr lang="en-US" dirty="0"/>
              <a:t>EVs</a:t>
            </a:r>
            <a:endParaRPr lang="fr-FR" dirty="0"/>
          </a:p>
        </p:txBody>
      </p:sp>
      <p:pic>
        <p:nvPicPr>
          <p:cNvPr id="10" name="Image 9">
            <a:extLst>
              <a:ext uri="{FF2B5EF4-FFF2-40B4-BE49-F238E27FC236}">
                <a16:creationId xmlns:a16="http://schemas.microsoft.com/office/drawing/2014/main" id="{EAA3315B-C343-546A-EB2B-20B5B1D13E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3776" y="3832195"/>
            <a:ext cx="2161370" cy="1252862"/>
          </a:xfrm>
          <a:prstGeom prst="rect">
            <a:avLst/>
          </a:prstGeom>
        </p:spPr>
      </p:pic>
      <p:cxnSp>
        <p:nvCxnSpPr>
          <p:cNvPr id="18" name="Connecteur droit avec flèche 17">
            <a:extLst>
              <a:ext uri="{FF2B5EF4-FFF2-40B4-BE49-F238E27FC236}">
                <a16:creationId xmlns:a16="http://schemas.microsoft.com/office/drawing/2014/main" id="{25770032-8104-D238-6093-7701EAC3C9AE}"/>
              </a:ext>
            </a:extLst>
          </p:cNvPr>
          <p:cNvCxnSpPr/>
          <p:nvPr/>
        </p:nvCxnSpPr>
        <p:spPr>
          <a:xfrm>
            <a:off x="9423699" y="2837269"/>
            <a:ext cx="892885" cy="35775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EDC93A9F-4138-8A10-FB6E-A6078BD2E520}"/>
              </a:ext>
            </a:extLst>
          </p:cNvPr>
          <p:cNvCxnSpPr>
            <a:cxnSpLocks/>
          </p:cNvCxnSpPr>
          <p:nvPr/>
        </p:nvCxnSpPr>
        <p:spPr>
          <a:xfrm flipV="1">
            <a:off x="9423699" y="3463700"/>
            <a:ext cx="892885" cy="26867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Flèche : double flèche horizontale 20">
            <a:extLst>
              <a:ext uri="{FF2B5EF4-FFF2-40B4-BE49-F238E27FC236}">
                <a16:creationId xmlns:a16="http://schemas.microsoft.com/office/drawing/2014/main" id="{9E61FED8-B258-A790-37CA-920902CC7A95}"/>
              </a:ext>
            </a:extLst>
          </p:cNvPr>
          <p:cNvSpPr/>
          <p:nvPr/>
        </p:nvSpPr>
        <p:spPr>
          <a:xfrm>
            <a:off x="4218907" y="2717305"/>
            <a:ext cx="1968649" cy="32623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EF398CC8-CE28-13A8-6192-FEDFC0D584DD}"/>
              </a:ext>
            </a:extLst>
          </p:cNvPr>
          <p:cNvSpPr txBox="1"/>
          <p:nvPr/>
        </p:nvSpPr>
        <p:spPr>
          <a:xfrm>
            <a:off x="585349" y="3692305"/>
            <a:ext cx="2658741" cy="923330"/>
          </a:xfrm>
          <a:prstGeom prst="rect">
            <a:avLst/>
          </a:prstGeom>
          <a:noFill/>
        </p:spPr>
        <p:txBody>
          <a:bodyPr wrap="none" rtlCol="0">
            <a:spAutoFit/>
          </a:bodyPr>
          <a:lstStyle/>
          <a:p>
            <a:r>
              <a:rPr lang="fr-FR" b="1" dirty="0"/>
              <a:t>2 production scenarios:</a:t>
            </a:r>
            <a:endParaRPr lang="fr-FR" dirty="0"/>
          </a:p>
          <a:p>
            <a:r>
              <a:rPr lang="fr-FR" dirty="0"/>
              <a:t>-</a:t>
            </a:r>
            <a:r>
              <a:rPr lang="fr-FR" dirty="0" err="1"/>
              <a:t>Existing</a:t>
            </a:r>
            <a:r>
              <a:rPr lang="fr-FR" dirty="0"/>
              <a:t> production</a:t>
            </a:r>
          </a:p>
          <a:p>
            <a:r>
              <a:rPr lang="fr-FR" dirty="0"/>
              <a:t>-</a:t>
            </a:r>
            <a:r>
              <a:rPr lang="fr-FR" dirty="0" err="1"/>
              <a:t>Potential</a:t>
            </a:r>
            <a:r>
              <a:rPr lang="fr-FR" dirty="0"/>
              <a:t> production</a:t>
            </a:r>
          </a:p>
        </p:txBody>
      </p:sp>
      <p:sp>
        <p:nvSpPr>
          <p:cNvPr id="23" name="ZoneTexte 22">
            <a:extLst>
              <a:ext uri="{FF2B5EF4-FFF2-40B4-BE49-F238E27FC236}">
                <a16:creationId xmlns:a16="http://schemas.microsoft.com/office/drawing/2014/main" id="{4C7BF98D-9E0F-3A86-294C-E4692BAAEF65}"/>
              </a:ext>
            </a:extLst>
          </p:cNvPr>
          <p:cNvSpPr txBox="1"/>
          <p:nvPr/>
        </p:nvSpPr>
        <p:spPr>
          <a:xfrm>
            <a:off x="526869" y="2717305"/>
            <a:ext cx="2224391" cy="369332"/>
          </a:xfrm>
          <a:prstGeom prst="rect">
            <a:avLst/>
          </a:prstGeom>
          <a:noFill/>
        </p:spPr>
        <p:txBody>
          <a:bodyPr wrap="none" rtlCol="0">
            <a:spAutoFit/>
          </a:bodyPr>
          <a:lstStyle/>
          <a:p>
            <a:r>
              <a:rPr lang="fr-FR" b="1" dirty="0"/>
              <a:t>Cu, Co, Li, Ni, C, Nd</a:t>
            </a:r>
            <a:endParaRPr lang="fr-FR" dirty="0"/>
          </a:p>
        </p:txBody>
      </p:sp>
      <p:sp>
        <p:nvSpPr>
          <p:cNvPr id="24" name="ZoneTexte 23">
            <a:extLst>
              <a:ext uri="{FF2B5EF4-FFF2-40B4-BE49-F238E27FC236}">
                <a16:creationId xmlns:a16="http://schemas.microsoft.com/office/drawing/2014/main" id="{9C413596-C5D3-3D19-8A85-50C3DC93CEE9}"/>
              </a:ext>
            </a:extLst>
          </p:cNvPr>
          <p:cNvSpPr txBox="1"/>
          <p:nvPr/>
        </p:nvSpPr>
        <p:spPr>
          <a:xfrm>
            <a:off x="3917660" y="1742467"/>
            <a:ext cx="2731838" cy="923330"/>
          </a:xfrm>
          <a:prstGeom prst="rect">
            <a:avLst/>
          </a:prstGeom>
          <a:noFill/>
        </p:spPr>
        <p:txBody>
          <a:bodyPr wrap="none" rtlCol="0">
            <a:spAutoFit/>
          </a:bodyPr>
          <a:lstStyle/>
          <a:p>
            <a:pPr algn="ctr"/>
            <a:r>
              <a:rPr lang="en-US" i="1" dirty="0"/>
              <a:t>Self-sufficiency?</a:t>
            </a:r>
          </a:p>
          <a:p>
            <a:pPr algn="ctr"/>
            <a:r>
              <a:rPr lang="en-US" i="1" dirty="0"/>
              <a:t>NYMBY?</a:t>
            </a:r>
          </a:p>
          <a:p>
            <a:pPr algn="ctr"/>
            <a:r>
              <a:rPr lang="en-US" i="1" dirty="0" err="1"/>
              <a:t>Relocalisation</a:t>
            </a:r>
            <a:r>
              <a:rPr lang="en-US" i="1" dirty="0"/>
              <a:t> scenarios?</a:t>
            </a:r>
            <a:endParaRPr lang="fr-FR" i="1" dirty="0"/>
          </a:p>
        </p:txBody>
      </p:sp>
    </p:spTree>
    <p:extLst>
      <p:ext uri="{BB962C8B-B14F-4D97-AF65-F5344CB8AC3E}">
        <p14:creationId xmlns:p14="http://schemas.microsoft.com/office/powerpoint/2010/main" val="189316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21" grpId="0" animBg="1"/>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4CFD3AF-2791-7272-F34F-4A0A01FDC428}"/>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DDB29FB0-4BD7-2191-0A73-7699A7D64153}"/>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Production scenarios from Canadian Climate Institute</a:t>
            </a:r>
          </a:p>
          <a:p>
            <a:pPr marL="342900" indent="-342900">
              <a:spcBef>
                <a:spcPts val="0"/>
              </a:spcBef>
              <a:buFont typeface="Arial" panose="020B0604020202020204" pitchFamily="34" charset="0"/>
              <a:buChar char="•"/>
            </a:pPr>
            <a:r>
              <a:rPr lang="en-US" sz="1800" dirty="0">
                <a:solidFill>
                  <a:schemeClr val="tx1"/>
                </a:solidFill>
              </a:rPr>
              <a:t>2 scenarios: existing production and production potential</a:t>
            </a:r>
          </a:p>
          <a:p>
            <a:pPr marL="342900" indent="-342900">
              <a:spcBef>
                <a:spcPts val="0"/>
              </a:spcBef>
              <a:buFont typeface="Arial" panose="020B0604020202020204" pitchFamily="34" charset="0"/>
              <a:buChar char="•"/>
            </a:pPr>
            <a:r>
              <a:rPr lang="en-US" sz="1800" dirty="0">
                <a:solidFill>
                  <a:schemeClr val="tx1"/>
                </a:solidFill>
              </a:rPr>
              <a:t>6 metals covered: Cu, Co, Ni, Li, </a:t>
            </a:r>
          </a:p>
          <a:p>
            <a:pPr marL="342900" indent="-342900">
              <a:spcBef>
                <a:spcPts val="0"/>
              </a:spcBef>
              <a:buFont typeface="Arial" panose="020B0604020202020204" pitchFamily="34" charset="0"/>
              <a:buChar char="•"/>
            </a:pPr>
            <a:r>
              <a:rPr lang="en-US" sz="1800" dirty="0">
                <a:solidFill>
                  <a:schemeClr val="tx1"/>
                </a:solidFill>
              </a:rPr>
              <a:t>Yearly data 2020-2040</a:t>
            </a: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Scenarios from Canada Energy Regulator</a:t>
            </a:r>
          </a:p>
          <a:p>
            <a:pPr marL="342900" indent="-342900">
              <a:spcBef>
                <a:spcPts val="0"/>
              </a:spcBef>
              <a:buFont typeface="Arial" panose="020B0604020202020204" pitchFamily="34" charset="0"/>
              <a:buChar char="•"/>
            </a:pPr>
            <a:r>
              <a:rPr lang="en-US" sz="1800" dirty="0">
                <a:solidFill>
                  <a:schemeClr val="tx1"/>
                </a:solidFill>
              </a:rPr>
              <a:t>3 scenarios: current measures, Canada net-zero and Global net-zero</a:t>
            </a:r>
          </a:p>
          <a:p>
            <a:pPr marL="342900" indent="-342900">
              <a:spcBef>
                <a:spcPts val="0"/>
              </a:spcBef>
              <a:buFont typeface="Arial" panose="020B0604020202020204" pitchFamily="34" charset="0"/>
              <a:buChar char="•"/>
            </a:pPr>
            <a:r>
              <a:rPr lang="en-US" sz="1800" dirty="0">
                <a:solidFill>
                  <a:schemeClr val="tx1"/>
                </a:solidFill>
              </a:rPr>
              <a:t>Energy sector</a:t>
            </a:r>
          </a:p>
          <a:p>
            <a:pPr marL="342900" indent="-342900">
              <a:spcBef>
                <a:spcPts val="0"/>
              </a:spcBef>
              <a:buFont typeface="Arial" panose="020B0604020202020204" pitchFamily="34" charset="0"/>
              <a:buChar char="•"/>
            </a:pPr>
            <a:r>
              <a:rPr lang="en-US" sz="1800" dirty="0">
                <a:solidFill>
                  <a:schemeClr val="tx1"/>
                </a:solidFill>
              </a:rPr>
              <a:t>Yearly data 2020-2050</a:t>
            </a: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3) </a:t>
            </a:r>
            <a:r>
              <a:rPr lang="en-CA" sz="1800" b="1" dirty="0">
                <a:solidFill>
                  <a:schemeClr val="tx1"/>
                </a:solidFill>
              </a:rPr>
              <a:t>EVs calculation</a:t>
            </a:r>
          </a:p>
          <a:p>
            <a:pPr marL="342900" indent="-342900">
              <a:spcBef>
                <a:spcPts val="0"/>
              </a:spcBef>
              <a:buFont typeface="Arial" panose="020B0604020202020204" pitchFamily="34" charset="0"/>
              <a:buChar char="•"/>
            </a:pPr>
            <a:r>
              <a:rPr lang="en-CA" sz="1800" dirty="0">
                <a:solidFill>
                  <a:schemeClr val="tx1"/>
                </a:solidFill>
              </a:rPr>
              <a:t>EV sales in Canada in 2024 by mode and powertrain (from IEA)</a:t>
            </a:r>
          </a:p>
          <a:p>
            <a:pPr marL="342900" indent="-342900">
              <a:spcBef>
                <a:spcPts val="0"/>
              </a:spcBef>
              <a:buFont typeface="Arial" panose="020B0604020202020204" pitchFamily="34" charset="0"/>
              <a:buChar char="•"/>
            </a:pPr>
            <a:r>
              <a:rPr lang="en-CA" sz="1800" dirty="0">
                <a:solidFill>
                  <a:schemeClr val="tx1"/>
                </a:solidFill>
              </a:rPr>
              <a:t>Average size of vehicles (from SAQ)</a:t>
            </a:r>
          </a:p>
          <a:p>
            <a:pPr marL="342900" indent="-342900">
              <a:spcBef>
                <a:spcPts val="0"/>
              </a:spcBef>
              <a:buFont typeface="Arial" panose="020B0604020202020204" pitchFamily="34" charset="0"/>
              <a:buChar char="•"/>
            </a:pPr>
            <a:r>
              <a:rPr lang="en-CA" sz="1800" dirty="0">
                <a:solidFill>
                  <a:schemeClr val="tx1"/>
                </a:solidFill>
              </a:rPr>
              <a:t>Battery capacity (mixed sources) and battery chemistry mix (IRENA)</a:t>
            </a:r>
          </a:p>
          <a:p>
            <a:pPr marL="0" indent="0">
              <a:spcBef>
                <a:spcPts val="0"/>
              </a:spcBef>
            </a:pPr>
            <a:r>
              <a:rPr lang="en-CA" sz="1800" dirty="0">
                <a:solidFill>
                  <a:schemeClr val="tx1"/>
                </a:solidFill>
              </a:rPr>
              <a:t> </a:t>
            </a:r>
          </a:p>
          <a:p>
            <a:pPr marL="0" indent="0">
              <a:spcBef>
                <a:spcPts val="0"/>
              </a:spcBef>
            </a:pPr>
            <a:r>
              <a:rPr lang="en-US" sz="1800" b="1" dirty="0">
                <a:solidFill>
                  <a:schemeClr val="tx1"/>
                </a:solidFill>
              </a:rPr>
              <a:t>4) </a:t>
            </a:r>
            <a:r>
              <a:rPr lang="en-CA" sz="1800" b="1" dirty="0">
                <a:solidFill>
                  <a:schemeClr val="tx1"/>
                </a:solidFill>
              </a:rPr>
              <a:t>Material intensity</a:t>
            </a:r>
          </a:p>
          <a:p>
            <a:pPr marL="342900" indent="-342900">
              <a:spcBef>
                <a:spcPts val="0"/>
              </a:spcBef>
              <a:buFont typeface="Arial" panose="020B0604020202020204" pitchFamily="34" charset="0"/>
              <a:buChar char="•"/>
            </a:pPr>
            <a:r>
              <a:rPr lang="en-CA" sz="1800" dirty="0">
                <a:solidFill>
                  <a:schemeClr val="tx1"/>
                </a:solidFill>
              </a:rPr>
              <a:t>From Penelope + CCS from Watari et al. 2019</a:t>
            </a:r>
          </a:p>
        </p:txBody>
      </p:sp>
      <p:sp>
        <p:nvSpPr>
          <p:cNvPr id="238" name="Google Shape;238;p13">
            <a:extLst>
              <a:ext uri="{FF2B5EF4-FFF2-40B4-BE49-F238E27FC236}">
                <a16:creationId xmlns:a16="http://schemas.microsoft.com/office/drawing/2014/main" id="{72C9F45C-FEB8-4243-9451-D90222D29C8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General overview</a:t>
            </a:r>
            <a:endParaRPr dirty="0"/>
          </a:p>
        </p:txBody>
      </p:sp>
      <p:sp>
        <p:nvSpPr>
          <p:cNvPr id="239" name="Google Shape;239;p13">
            <a:extLst>
              <a:ext uri="{FF2B5EF4-FFF2-40B4-BE49-F238E27FC236}">
                <a16:creationId xmlns:a16="http://schemas.microsoft.com/office/drawing/2014/main" id="{639C3D0A-F3F2-9737-9FAE-63F90B2FA45D}"/>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416198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56F25CF-9189-7DE9-B09B-09B007DF4C24}"/>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05948530-E313-46FC-6035-E882454B9D57}"/>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Production scenarios from Canadian Climate Institute</a:t>
            </a:r>
          </a:p>
          <a:p>
            <a:pPr marL="285750" indent="-285750">
              <a:spcBef>
                <a:spcPts val="0"/>
              </a:spcBef>
              <a:buFont typeface="Arial" panose="020B0604020202020204" pitchFamily="34" charset="0"/>
              <a:buChar char="•"/>
            </a:pPr>
            <a:r>
              <a:rPr lang="en-US" sz="1800" dirty="0">
                <a:solidFill>
                  <a:schemeClr val="tx1"/>
                </a:solidFill>
              </a:rPr>
              <a:t>Existing production: production forecasted by mines currently at the production stage</a:t>
            </a:r>
          </a:p>
          <a:p>
            <a:pPr marL="285750" indent="-285750">
              <a:spcBef>
                <a:spcPts val="0"/>
              </a:spcBef>
              <a:buFont typeface="Arial" panose="020B0604020202020204" pitchFamily="34" charset="0"/>
              <a:buChar char="•"/>
            </a:pPr>
            <a:endParaRPr lang="en-US" sz="1800" dirty="0">
              <a:solidFill>
                <a:schemeClr val="tx1"/>
              </a:solidFill>
            </a:endParaRPr>
          </a:p>
          <a:p>
            <a:pPr marL="285750" indent="-285750">
              <a:spcBef>
                <a:spcPts val="0"/>
              </a:spcBef>
              <a:buFont typeface="Arial" panose="020B0604020202020204" pitchFamily="34" charset="0"/>
              <a:buChar char="•"/>
            </a:pPr>
            <a:r>
              <a:rPr lang="en-US" sz="1800" dirty="0">
                <a:solidFill>
                  <a:schemeClr val="tx1"/>
                </a:solidFill>
              </a:rPr>
              <a:t>Production potential: production forecasts from mines at the feasibility, preproduction or production stage </a:t>
            </a:r>
          </a:p>
          <a:p>
            <a:pPr marL="0" indent="0">
              <a:spcBef>
                <a:spcPts val="0"/>
              </a:spcBef>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Scenarios from Canada Energy Regulator</a:t>
            </a:r>
          </a:p>
          <a:p>
            <a:pPr marL="342900" indent="-342900">
              <a:spcBef>
                <a:spcPts val="0"/>
              </a:spcBef>
              <a:buFont typeface="Arial" panose="020B0604020202020204" pitchFamily="34" charset="0"/>
              <a:buChar char="•"/>
            </a:pPr>
            <a:r>
              <a:rPr lang="en-US" sz="1800" dirty="0">
                <a:solidFill>
                  <a:schemeClr val="tx1"/>
                </a:solidFill>
              </a:rPr>
              <a:t>Current Measures: Limited action in Canada to reduce GHG emissions beyond measures in place today and does not require that Canada achieve net-zero emissions</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Canada Net-zero: Canada achieves net-zero emissions by 2050 but rest of the world moves more slowly to reduce GHG emissions.</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Global Net-zero: Canada achieves net-zero emissions by 2050 and the rest of the world reduces emissions enough to limit warming to 1.5°C, by 2050</a:t>
            </a:r>
          </a:p>
          <a:p>
            <a:pPr marL="342900" indent="-34290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E334E247-7CA8-A569-61DF-0AF8AEDB4D7C}"/>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Scenarios</a:t>
            </a:r>
            <a:endParaRPr dirty="0"/>
          </a:p>
        </p:txBody>
      </p:sp>
      <p:sp>
        <p:nvSpPr>
          <p:cNvPr id="239" name="Google Shape;239;p13">
            <a:extLst>
              <a:ext uri="{FF2B5EF4-FFF2-40B4-BE49-F238E27FC236}">
                <a16:creationId xmlns:a16="http://schemas.microsoft.com/office/drawing/2014/main" id="{3CC50101-463A-057B-E27E-CD08B5FA2659}"/>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4</a:t>
            </a:fld>
            <a:endParaRPr/>
          </a:p>
        </p:txBody>
      </p:sp>
    </p:spTree>
    <p:extLst>
      <p:ext uri="{BB962C8B-B14F-4D97-AF65-F5344CB8AC3E}">
        <p14:creationId xmlns:p14="http://schemas.microsoft.com/office/powerpoint/2010/main" val="2503232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0DF226F-6290-FADF-55BC-51DB63EAACDE}"/>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C2B00187-F998-B314-04F4-88C98C6F7FBB}"/>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scenarios</a:t>
            </a:r>
            <a:endParaRPr dirty="0"/>
          </a:p>
        </p:txBody>
      </p:sp>
      <p:sp>
        <p:nvSpPr>
          <p:cNvPr id="239" name="Google Shape;239;p13">
            <a:extLst>
              <a:ext uri="{FF2B5EF4-FFF2-40B4-BE49-F238E27FC236}">
                <a16:creationId xmlns:a16="http://schemas.microsoft.com/office/drawing/2014/main" id="{4DCFC27D-FA8A-AB7F-9005-1D2C7FC2B140}"/>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5</a:t>
            </a:fld>
            <a:endParaRPr/>
          </a:p>
        </p:txBody>
      </p:sp>
      <p:pic>
        <p:nvPicPr>
          <p:cNvPr id="15" name="Graphique 14">
            <a:extLst>
              <a:ext uri="{FF2B5EF4-FFF2-40B4-BE49-F238E27FC236}">
                <a16:creationId xmlns:a16="http://schemas.microsoft.com/office/drawing/2014/main" id="{6DC90234-02D4-9327-7053-74BB99C23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5637" y="968441"/>
            <a:ext cx="7334081" cy="5580845"/>
          </a:xfrm>
          <a:prstGeom prst="rect">
            <a:avLst/>
          </a:prstGeom>
        </p:spPr>
      </p:pic>
      <p:sp>
        <p:nvSpPr>
          <p:cNvPr id="16" name="Google Shape;237;p13">
            <a:extLst>
              <a:ext uri="{FF2B5EF4-FFF2-40B4-BE49-F238E27FC236}">
                <a16:creationId xmlns:a16="http://schemas.microsoft.com/office/drawing/2014/main" id="{4246AB48-6FFE-CCF7-FD10-C59CD5A0606F}"/>
              </a:ext>
            </a:extLst>
          </p:cNvPr>
          <p:cNvSpPr txBox="1">
            <a:spLocks noGrp="1"/>
          </p:cNvSpPr>
          <p:nvPr>
            <p:ph type="body" idx="1"/>
          </p:nvPr>
        </p:nvSpPr>
        <p:spPr>
          <a:xfrm>
            <a:off x="524329" y="1447592"/>
            <a:ext cx="3367670"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i="1" dirty="0">
                <a:solidFill>
                  <a:schemeClr val="tx1"/>
                </a:solidFill>
              </a:rPr>
              <a:t>In metal recoverable,</a:t>
            </a:r>
          </a:p>
          <a:p>
            <a:pPr marL="0" indent="0">
              <a:spcBef>
                <a:spcPts val="0"/>
              </a:spcBef>
            </a:pPr>
            <a:endParaRPr lang="en-US" sz="1800" i="1" dirty="0">
              <a:solidFill>
                <a:schemeClr val="tx1"/>
              </a:solidFill>
            </a:endParaRPr>
          </a:p>
          <a:p>
            <a:pPr marL="0" indent="0">
              <a:spcBef>
                <a:spcPts val="0"/>
              </a:spcBef>
            </a:pPr>
            <a:r>
              <a:rPr lang="en-US" sz="1800" i="1" dirty="0">
                <a:solidFill>
                  <a:schemeClr val="tx1"/>
                </a:solidFill>
              </a:rPr>
              <a:t>Later multiplied by production yield from Chartier-Poncelet et al (2022) to compare with metal in finished products</a:t>
            </a:r>
            <a:endParaRPr lang="en-CA" sz="1800" i="1" dirty="0">
              <a:solidFill>
                <a:schemeClr val="tx1"/>
              </a:solidFill>
            </a:endParaRPr>
          </a:p>
        </p:txBody>
      </p:sp>
    </p:spTree>
    <p:extLst>
      <p:ext uri="{BB962C8B-B14F-4D97-AF65-F5344CB8AC3E}">
        <p14:creationId xmlns:p14="http://schemas.microsoft.com/office/powerpoint/2010/main" val="710984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52421E4E-9C04-00CE-5832-5B27B75449C2}"/>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0213D87D-5DD4-407D-4344-9C9A385E7F19}"/>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a:t>
            </a:r>
            <a:endParaRPr dirty="0"/>
          </a:p>
        </p:txBody>
      </p:sp>
      <p:sp>
        <p:nvSpPr>
          <p:cNvPr id="239" name="Google Shape;239;p13">
            <a:extLst>
              <a:ext uri="{FF2B5EF4-FFF2-40B4-BE49-F238E27FC236}">
                <a16:creationId xmlns:a16="http://schemas.microsoft.com/office/drawing/2014/main" id="{FCA6708E-DA27-30C6-4949-BB31898011F5}"/>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6</a:t>
            </a:fld>
            <a:endParaRPr/>
          </a:p>
        </p:txBody>
      </p:sp>
      <p:pic>
        <p:nvPicPr>
          <p:cNvPr id="3" name="Graphique 2">
            <a:extLst>
              <a:ext uri="{FF2B5EF4-FFF2-40B4-BE49-F238E27FC236}">
                <a16:creationId xmlns:a16="http://schemas.microsoft.com/office/drawing/2014/main" id="{4BBA9286-2E98-717E-A034-9D23DFC766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8837" y="976562"/>
            <a:ext cx="10299220" cy="5584574"/>
          </a:xfrm>
          <a:prstGeom prst="rect">
            <a:avLst/>
          </a:prstGeom>
        </p:spPr>
      </p:pic>
    </p:spTree>
    <p:extLst>
      <p:ext uri="{BB962C8B-B14F-4D97-AF65-F5344CB8AC3E}">
        <p14:creationId xmlns:p14="http://schemas.microsoft.com/office/powerpoint/2010/main" val="315333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C86EDD04-15DF-E33E-7B82-2AF8AA882C01}"/>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1FA137D0-BC7F-3302-F0F3-C448B439EE45}"/>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 (with iron)</a:t>
            </a:r>
            <a:endParaRPr dirty="0"/>
          </a:p>
        </p:txBody>
      </p:sp>
      <p:sp>
        <p:nvSpPr>
          <p:cNvPr id="239" name="Google Shape;239;p13">
            <a:extLst>
              <a:ext uri="{FF2B5EF4-FFF2-40B4-BE49-F238E27FC236}">
                <a16:creationId xmlns:a16="http://schemas.microsoft.com/office/drawing/2014/main" id="{7912B6DE-3ABD-DD58-1C35-4AC15E263E16}"/>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7</a:t>
            </a:fld>
            <a:endParaRPr/>
          </a:p>
        </p:txBody>
      </p:sp>
      <p:pic>
        <p:nvPicPr>
          <p:cNvPr id="6" name="Graphique 5">
            <a:extLst>
              <a:ext uri="{FF2B5EF4-FFF2-40B4-BE49-F238E27FC236}">
                <a16:creationId xmlns:a16="http://schemas.microsoft.com/office/drawing/2014/main" id="{50583B6D-75D1-CB08-2D7A-A455C9530250}"/>
              </a:ext>
            </a:extLst>
          </p:cNvPr>
          <p:cNvPicPr>
            <a:picLocks noChangeAspect="1"/>
          </p:cNvPicPr>
          <p:nvPr/>
        </p:nvPicPr>
        <p:blipFill>
          <a:blip r:embed="rId3">
            <a:extLst>
              <a:ext uri="{96DAC541-7B7A-43D3-8B79-37D633B846F1}">
                <asvg:svgBlip xmlns:asvg="http://schemas.microsoft.com/office/drawing/2016/SVG/main" r:embed="rId4"/>
              </a:ext>
            </a:extLst>
          </a:blip>
          <a:srcRect b="52783"/>
          <a:stretch>
            <a:fillRect/>
          </a:stretch>
        </p:blipFill>
        <p:spPr>
          <a:xfrm>
            <a:off x="1359493" y="2089502"/>
            <a:ext cx="4736507" cy="3238166"/>
          </a:xfrm>
          <a:prstGeom prst="rect">
            <a:avLst/>
          </a:prstGeom>
        </p:spPr>
      </p:pic>
      <p:pic>
        <p:nvPicPr>
          <p:cNvPr id="7" name="Graphique 6">
            <a:extLst>
              <a:ext uri="{FF2B5EF4-FFF2-40B4-BE49-F238E27FC236}">
                <a16:creationId xmlns:a16="http://schemas.microsoft.com/office/drawing/2014/main" id="{0A6F64A5-7BBB-D53C-3A82-466A8AF69192}"/>
              </a:ext>
            </a:extLst>
          </p:cNvPr>
          <p:cNvPicPr>
            <a:picLocks noChangeAspect="1"/>
          </p:cNvPicPr>
          <p:nvPr/>
        </p:nvPicPr>
        <p:blipFill>
          <a:blip r:embed="rId3">
            <a:extLst>
              <a:ext uri="{96DAC541-7B7A-43D3-8B79-37D633B846F1}">
                <asvg:svgBlip xmlns:asvg="http://schemas.microsoft.com/office/drawing/2016/SVG/main" r:embed="rId4"/>
              </a:ext>
            </a:extLst>
          </a:blip>
          <a:srcRect t="52368"/>
          <a:stretch>
            <a:fillRect/>
          </a:stretch>
        </p:blipFill>
        <p:spPr>
          <a:xfrm>
            <a:off x="6303036" y="2061044"/>
            <a:ext cx="4736507" cy="3266624"/>
          </a:xfrm>
          <a:prstGeom prst="rect">
            <a:avLst/>
          </a:prstGeom>
        </p:spPr>
      </p:pic>
    </p:spTree>
    <p:extLst>
      <p:ext uri="{BB962C8B-B14F-4D97-AF65-F5344CB8AC3E}">
        <p14:creationId xmlns:p14="http://schemas.microsoft.com/office/powerpoint/2010/main" val="3667767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2315E18-2FD1-3212-C22E-E4FAC97D9B17}"/>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7A5E695A-5B3B-FCC0-CF7D-F344E4B6A3B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 (without iron)</a:t>
            </a:r>
            <a:endParaRPr dirty="0"/>
          </a:p>
        </p:txBody>
      </p:sp>
      <p:sp>
        <p:nvSpPr>
          <p:cNvPr id="239" name="Google Shape;239;p13">
            <a:extLst>
              <a:ext uri="{FF2B5EF4-FFF2-40B4-BE49-F238E27FC236}">
                <a16:creationId xmlns:a16="http://schemas.microsoft.com/office/drawing/2014/main" id="{B4FA3AD5-8D08-29EB-F6AC-25CBFDEC5CCF}"/>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8</a:t>
            </a:fld>
            <a:endParaRPr/>
          </a:p>
        </p:txBody>
      </p:sp>
      <p:pic>
        <p:nvPicPr>
          <p:cNvPr id="8" name="Graphique 7">
            <a:extLst>
              <a:ext uri="{FF2B5EF4-FFF2-40B4-BE49-F238E27FC236}">
                <a16:creationId xmlns:a16="http://schemas.microsoft.com/office/drawing/2014/main" id="{20195799-63B9-D6E9-670C-856A6ACBE61E}"/>
              </a:ext>
            </a:extLst>
          </p:cNvPr>
          <p:cNvPicPr>
            <a:picLocks noChangeAspect="1"/>
          </p:cNvPicPr>
          <p:nvPr/>
        </p:nvPicPr>
        <p:blipFill>
          <a:blip r:embed="rId3">
            <a:extLst>
              <a:ext uri="{96DAC541-7B7A-43D3-8B79-37D633B846F1}">
                <asvg:svgBlip xmlns:asvg="http://schemas.microsoft.com/office/drawing/2016/SVG/main" r:embed="rId4"/>
              </a:ext>
            </a:extLst>
          </a:blip>
          <a:srcRect t="51027"/>
          <a:stretch>
            <a:fillRect/>
          </a:stretch>
        </p:blipFill>
        <p:spPr>
          <a:xfrm>
            <a:off x="6096000" y="1645919"/>
            <a:ext cx="5773807" cy="3358535"/>
          </a:xfrm>
          <a:prstGeom prst="rect">
            <a:avLst/>
          </a:prstGeom>
        </p:spPr>
      </p:pic>
      <p:pic>
        <p:nvPicPr>
          <p:cNvPr id="9" name="Graphique 8">
            <a:extLst>
              <a:ext uri="{FF2B5EF4-FFF2-40B4-BE49-F238E27FC236}">
                <a16:creationId xmlns:a16="http://schemas.microsoft.com/office/drawing/2014/main" id="{64EF121A-7641-B6B2-A6F5-737BA7D2F313}"/>
              </a:ext>
            </a:extLst>
          </p:cNvPr>
          <p:cNvPicPr>
            <a:picLocks noChangeAspect="1"/>
          </p:cNvPicPr>
          <p:nvPr/>
        </p:nvPicPr>
        <p:blipFill>
          <a:blip r:embed="rId3">
            <a:extLst>
              <a:ext uri="{96DAC541-7B7A-43D3-8B79-37D633B846F1}">
                <asvg:svgBlip xmlns:asvg="http://schemas.microsoft.com/office/drawing/2016/SVG/main" r:embed="rId4"/>
              </a:ext>
            </a:extLst>
          </a:blip>
          <a:srcRect b="51216"/>
          <a:stretch>
            <a:fillRect/>
          </a:stretch>
        </p:blipFill>
        <p:spPr>
          <a:xfrm>
            <a:off x="585349" y="1658826"/>
            <a:ext cx="5773807" cy="3345628"/>
          </a:xfrm>
          <a:prstGeom prst="rect">
            <a:avLst/>
          </a:prstGeom>
        </p:spPr>
      </p:pic>
    </p:spTree>
    <p:extLst>
      <p:ext uri="{BB962C8B-B14F-4D97-AF65-F5344CB8AC3E}">
        <p14:creationId xmlns:p14="http://schemas.microsoft.com/office/powerpoint/2010/main" val="1141955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35183BE-55D7-A6BE-65A9-44760B8BB01D}"/>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8175AF1C-6FF5-A32E-A3D6-09E5FE592C6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Current measures vs NZ</a:t>
            </a:r>
            <a:endParaRPr dirty="0"/>
          </a:p>
        </p:txBody>
      </p:sp>
      <p:sp>
        <p:nvSpPr>
          <p:cNvPr id="239" name="Google Shape;239;p13">
            <a:extLst>
              <a:ext uri="{FF2B5EF4-FFF2-40B4-BE49-F238E27FC236}">
                <a16:creationId xmlns:a16="http://schemas.microsoft.com/office/drawing/2014/main" id="{DC0B121D-F867-6A1C-8839-1DDE8812783B}"/>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9</a:t>
            </a:fld>
            <a:endParaRPr/>
          </a:p>
        </p:txBody>
      </p:sp>
      <p:pic>
        <p:nvPicPr>
          <p:cNvPr id="7" name="Graphique 6">
            <a:extLst>
              <a:ext uri="{FF2B5EF4-FFF2-40B4-BE49-F238E27FC236}">
                <a16:creationId xmlns:a16="http://schemas.microsoft.com/office/drawing/2014/main" id="{32C0D1AE-3D3F-D3AC-EC45-DB7CF19448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81262" y="1465448"/>
            <a:ext cx="7229475" cy="4486275"/>
          </a:xfrm>
          <a:prstGeom prst="rect">
            <a:avLst/>
          </a:prstGeom>
        </p:spPr>
      </p:pic>
    </p:spTree>
    <p:extLst>
      <p:ext uri="{BB962C8B-B14F-4D97-AF65-F5344CB8AC3E}">
        <p14:creationId xmlns:p14="http://schemas.microsoft.com/office/powerpoint/2010/main" val="287084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36">
          <a:extLst>
            <a:ext uri="{FF2B5EF4-FFF2-40B4-BE49-F238E27FC236}">
              <a16:creationId xmlns:a16="http://schemas.microsoft.com/office/drawing/2014/main" id="{BF59213C-D819-1048-0045-624F398AEF8F}"/>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EB0AD44C-4B39-A7FC-F143-8E7FD717CB0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04184FD8-26F1-7A2D-CC4A-0DE19C2F145B}"/>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10</a:t>
            </a:fld>
            <a:endParaRPr/>
          </a:p>
        </p:txBody>
      </p:sp>
      <p:pic>
        <p:nvPicPr>
          <p:cNvPr id="6" name="Graphique 5">
            <a:extLst>
              <a:ext uri="{FF2B5EF4-FFF2-40B4-BE49-F238E27FC236}">
                <a16:creationId xmlns:a16="http://schemas.microsoft.com/office/drawing/2014/main" id="{5DFA7CFB-50B2-AE03-B098-0EBD3E506A2E}"/>
              </a:ext>
            </a:extLst>
          </p:cNvPr>
          <p:cNvPicPr>
            <a:picLocks noChangeAspect="1"/>
          </p:cNvPicPr>
          <p:nvPr/>
        </p:nvPicPr>
        <p:blipFill>
          <a:blip r:embed="rId3">
            <a:extLst>
              <a:ext uri="{96DAC541-7B7A-43D3-8B79-37D633B846F1}">
                <asvg:svgBlip xmlns:asvg="http://schemas.microsoft.com/office/drawing/2016/SVG/main" r:embed="rId4"/>
              </a:ext>
            </a:extLst>
          </a:blip>
          <a:srcRect l="11024" t="51765" r="14471"/>
          <a:stretch>
            <a:fillRect/>
          </a:stretch>
        </p:blipFill>
        <p:spPr>
          <a:xfrm>
            <a:off x="6460513" y="1757753"/>
            <a:ext cx="5033671" cy="4181014"/>
          </a:xfrm>
          <a:prstGeom prst="rect">
            <a:avLst/>
          </a:prstGeom>
        </p:spPr>
      </p:pic>
      <p:sp>
        <p:nvSpPr>
          <p:cNvPr id="8" name="ZoneTexte 7">
            <a:extLst>
              <a:ext uri="{FF2B5EF4-FFF2-40B4-BE49-F238E27FC236}">
                <a16:creationId xmlns:a16="http://schemas.microsoft.com/office/drawing/2014/main" id="{BB409FCC-D934-1143-D3BD-77A1DD2EE76B}"/>
              </a:ext>
            </a:extLst>
          </p:cNvPr>
          <p:cNvSpPr txBox="1"/>
          <p:nvPr/>
        </p:nvSpPr>
        <p:spPr>
          <a:xfrm>
            <a:off x="2354438" y="1381807"/>
            <a:ext cx="1640385" cy="369332"/>
          </a:xfrm>
          <a:prstGeom prst="rect">
            <a:avLst/>
          </a:prstGeom>
          <a:noFill/>
        </p:spPr>
        <p:txBody>
          <a:bodyPr wrap="none" rtlCol="0">
            <a:spAutoFit/>
          </a:bodyPr>
          <a:lstStyle/>
          <a:p>
            <a:r>
              <a:rPr lang="en-US" b="1" dirty="0"/>
              <a:t>PRODUCTION</a:t>
            </a:r>
            <a:endParaRPr lang="fr-FR" b="1" dirty="0"/>
          </a:p>
        </p:txBody>
      </p:sp>
      <p:sp>
        <p:nvSpPr>
          <p:cNvPr id="9" name="ZoneTexte 8">
            <a:extLst>
              <a:ext uri="{FF2B5EF4-FFF2-40B4-BE49-F238E27FC236}">
                <a16:creationId xmlns:a16="http://schemas.microsoft.com/office/drawing/2014/main" id="{B6CBA0C4-23DF-5D8C-1886-3EA93C6E05FA}"/>
              </a:ext>
            </a:extLst>
          </p:cNvPr>
          <p:cNvSpPr txBox="1"/>
          <p:nvPr/>
        </p:nvSpPr>
        <p:spPr>
          <a:xfrm>
            <a:off x="8197177" y="1388421"/>
            <a:ext cx="1143262" cy="369332"/>
          </a:xfrm>
          <a:prstGeom prst="rect">
            <a:avLst/>
          </a:prstGeom>
          <a:noFill/>
        </p:spPr>
        <p:txBody>
          <a:bodyPr wrap="none" rtlCol="0">
            <a:spAutoFit/>
          </a:bodyPr>
          <a:lstStyle/>
          <a:p>
            <a:r>
              <a:rPr lang="en-US" b="1" dirty="0"/>
              <a:t>DEMAND</a:t>
            </a:r>
            <a:endParaRPr lang="fr-FR" b="1" dirty="0"/>
          </a:p>
        </p:txBody>
      </p:sp>
      <p:pic>
        <p:nvPicPr>
          <p:cNvPr id="11" name="Graphique 10">
            <a:extLst>
              <a:ext uri="{FF2B5EF4-FFF2-40B4-BE49-F238E27FC236}">
                <a16:creationId xmlns:a16="http://schemas.microsoft.com/office/drawing/2014/main" id="{AD73C50D-054C-8859-EE6D-AA99E549A2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816" y="1757753"/>
            <a:ext cx="5204192" cy="3960113"/>
          </a:xfrm>
          <a:prstGeom prst="rect">
            <a:avLst/>
          </a:prstGeom>
        </p:spPr>
      </p:pic>
      <p:sp>
        <p:nvSpPr>
          <p:cNvPr id="12" name="Flèche : double flèche horizontale 11">
            <a:extLst>
              <a:ext uri="{FF2B5EF4-FFF2-40B4-BE49-F238E27FC236}">
                <a16:creationId xmlns:a16="http://schemas.microsoft.com/office/drawing/2014/main" id="{54F05FA4-DA2B-C7AD-B438-9FA42283EEDC}"/>
              </a:ext>
            </a:extLst>
          </p:cNvPr>
          <p:cNvSpPr/>
          <p:nvPr/>
        </p:nvSpPr>
        <p:spPr>
          <a:xfrm>
            <a:off x="5170842" y="1443102"/>
            <a:ext cx="1850316" cy="246741"/>
          </a:xfrm>
          <a:prstGeom prst="lef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2891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608DD45-77F1-7310-0169-F95AC79475EB}"/>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5FC5BC02-4CC8-348B-E78E-D8159C48FAC5}"/>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8FEDE548-FABE-E803-BB3B-9B56ECA326DF}"/>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11</a:t>
            </a:fld>
            <a:endParaRPr/>
          </a:p>
        </p:txBody>
      </p:sp>
      <p:pic>
        <p:nvPicPr>
          <p:cNvPr id="3" name="Graphique 2">
            <a:extLst>
              <a:ext uri="{FF2B5EF4-FFF2-40B4-BE49-F238E27FC236}">
                <a16:creationId xmlns:a16="http://schemas.microsoft.com/office/drawing/2014/main" id="{7838CAC1-E20F-7B5C-4AA1-33660D2059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4992" y="1372760"/>
            <a:ext cx="9083039" cy="5099847"/>
          </a:xfrm>
          <a:prstGeom prst="rect">
            <a:avLst/>
          </a:prstGeom>
        </p:spPr>
      </p:pic>
      <p:sp>
        <p:nvSpPr>
          <p:cNvPr id="4" name="ZoneTexte 3">
            <a:extLst>
              <a:ext uri="{FF2B5EF4-FFF2-40B4-BE49-F238E27FC236}">
                <a16:creationId xmlns:a16="http://schemas.microsoft.com/office/drawing/2014/main" id="{8A73E691-1969-DDC4-F984-7CF112ACEB27}"/>
              </a:ext>
            </a:extLst>
          </p:cNvPr>
          <p:cNvSpPr txBox="1"/>
          <p:nvPr/>
        </p:nvSpPr>
        <p:spPr>
          <a:xfrm>
            <a:off x="9004150" y="4518212"/>
            <a:ext cx="2432525" cy="923330"/>
          </a:xfrm>
          <a:prstGeom prst="rect">
            <a:avLst/>
          </a:prstGeom>
          <a:noFill/>
        </p:spPr>
        <p:txBody>
          <a:bodyPr wrap="none" rtlCol="0">
            <a:spAutoFit/>
          </a:bodyPr>
          <a:lstStyle/>
          <a:p>
            <a:r>
              <a:rPr lang="en-US" dirty="0"/>
              <a:t>Graphite and lithium </a:t>
            </a:r>
          </a:p>
          <a:p>
            <a:r>
              <a:rPr lang="en-US" dirty="0"/>
              <a:t>only in vehicle battery, </a:t>
            </a:r>
          </a:p>
          <a:p>
            <a:r>
              <a:rPr lang="en-US" dirty="0"/>
              <a:t>but still strange?</a:t>
            </a:r>
            <a:endParaRPr lang="fr-FR" dirty="0"/>
          </a:p>
        </p:txBody>
      </p:sp>
    </p:spTree>
    <p:extLst>
      <p:ext uri="{BB962C8B-B14F-4D97-AF65-F5344CB8AC3E}">
        <p14:creationId xmlns:p14="http://schemas.microsoft.com/office/powerpoint/2010/main" val="248221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BEDE1A9-FAB3-A16A-4455-023F414450D3}"/>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7678E62C-3A98-4281-E236-68C89880AA4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D0A6703E-9D9F-5F01-E7AD-79A2E4C83C47}"/>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12</a:t>
            </a:fld>
            <a:endParaRPr/>
          </a:p>
        </p:txBody>
      </p:sp>
      <p:graphicFrame>
        <p:nvGraphicFramePr>
          <p:cNvPr id="2" name="Graphique 1">
            <a:extLst>
              <a:ext uri="{FF2B5EF4-FFF2-40B4-BE49-F238E27FC236}">
                <a16:creationId xmlns:a16="http://schemas.microsoft.com/office/drawing/2014/main" id="{A8166789-171C-A5C2-8F62-30A3C58224D6}"/>
              </a:ext>
            </a:extLst>
          </p:cNvPr>
          <p:cNvGraphicFramePr>
            <a:graphicFrameLocks/>
          </p:cNvGraphicFramePr>
          <p:nvPr>
            <p:extLst>
              <p:ext uri="{D42A27DB-BD31-4B8C-83A1-F6EECF244321}">
                <p14:modId xmlns:p14="http://schemas.microsoft.com/office/powerpoint/2010/main" val="3214961301"/>
              </p:ext>
            </p:extLst>
          </p:nvPr>
        </p:nvGraphicFramePr>
        <p:xfrm>
          <a:off x="1029221" y="1792729"/>
          <a:ext cx="6386187" cy="3831713"/>
        </p:xfrm>
        <a:graphic>
          <a:graphicData uri="http://schemas.openxmlformats.org/drawingml/2006/chart">
            <c:chart xmlns:c="http://schemas.openxmlformats.org/drawingml/2006/chart" xmlns:r="http://schemas.openxmlformats.org/officeDocument/2006/relationships" r:id="rId3"/>
          </a:graphicData>
        </a:graphic>
      </p:graphicFrame>
      <p:sp>
        <p:nvSpPr>
          <p:cNvPr id="5" name="ZoneTexte 4">
            <a:extLst>
              <a:ext uri="{FF2B5EF4-FFF2-40B4-BE49-F238E27FC236}">
                <a16:creationId xmlns:a16="http://schemas.microsoft.com/office/drawing/2014/main" id="{5DC8DB8B-A341-2402-BC2B-02CC49CE0538}"/>
              </a:ext>
            </a:extLst>
          </p:cNvPr>
          <p:cNvSpPr txBox="1"/>
          <p:nvPr/>
        </p:nvSpPr>
        <p:spPr>
          <a:xfrm>
            <a:off x="9206630" y="2743200"/>
            <a:ext cx="2207977" cy="1477328"/>
          </a:xfrm>
          <a:prstGeom prst="rect">
            <a:avLst/>
          </a:prstGeom>
          <a:noFill/>
        </p:spPr>
        <p:txBody>
          <a:bodyPr wrap="none" rtlCol="0">
            <a:spAutoFit/>
          </a:bodyPr>
          <a:lstStyle/>
          <a:p>
            <a:r>
              <a:rPr lang="en-US" dirty="0"/>
              <a:t>35% difference Co</a:t>
            </a:r>
          </a:p>
          <a:p>
            <a:r>
              <a:rPr lang="en-US" dirty="0"/>
              <a:t>30% difference Cu</a:t>
            </a:r>
          </a:p>
          <a:p>
            <a:r>
              <a:rPr lang="en-US" dirty="0"/>
              <a:t>23% difference C</a:t>
            </a:r>
          </a:p>
          <a:p>
            <a:r>
              <a:rPr lang="en-US" dirty="0"/>
              <a:t>63% difference Li</a:t>
            </a:r>
          </a:p>
          <a:p>
            <a:r>
              <a:rPr lang="en-US" dirty="0"/>
              <a:t>-0.15% difference Ni</a:t>
            </a:r>
            <a:endParaRPr lang="fr-FR" dirty="0"/>
          </a:p>
        </p:txBody>
      </p:sp>
    </p:spTree>
    <p:extLst>
      <p:ext uri="{BB962C8B-B14F-4D97-AF65-F5344CB8AC3E}">
        <p14:creationId xmlns:p14="http://schemas.microsoft.com/office/powerpoint/2010/main" val="2624286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6C74D03-EB11-C11C-51ED-953B37D0A8CC}"/>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689FD5B1-1B3E-DB13-3BC0-458BED6FABCB}"/>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a:t>
            </a:r>
            <a:r>
              <a:rPr lang="en-US" sz="1800" b="1" dirty="0" err="1">
                <a:solidFill>
                  <a:schemeClr val="tx1"/>
                </a:solidFill>
              </a:rPr>
              <a:t>Quels</a:t>
            </a:r>
            <a:r>
              <a:rPr lang="en-US" sz="1800" b="1" dirty="0">
                <a:solidFill>
                  <a:schemeClr val="tx1"/>
                </a:solidFill>
              </a:rPr>
              <a:t> ICVs associes?</a:t>
            </a:r>
          </a:p>
          <a:p>
            <a:pPr marL="342900" indent="-342900">
              <a:spcBef>
                <a:spcPts val="0"/>
              </a:spcBef>
              <a:buFont typeface="Arial" panose="020B0604020202020204" pitchFamily="34" charset="0"/>
              <a:buChar char="•"/>
            </a:pPr>
            <a:r>
              <a:rPr lang="en-US" sz="1800" dirty="0">
                <a:solidFill>
                  <a:schemeClr val="tx1"/>
                </a:solidFill>
              </a:rPr>
              <a:t>CA LCIs for the production scenarios (not available for all)</a:t>
            </a:r>
          </a:p>
          <a:p>
            <a:pPr marL="342900" indent="-342900">
              <a:spcBef>
                <a:spcPts val="0"/>
              </a:spcBef>
              <a:buFont typeface="Arial" panose="020B0604020202020204" pitchFamily="34" charset="0"/>
              <a:buChar char="•"/>
            </a:pPr>
            <a:r>
              <a:rPr lang="en-US" sz="1800" dirty="0">
                <a:solidFill>
                  <a:schemeClr val="tx1"/>
                </a:solidFill>
              </a:rPr>
              <a:t>Quel IAM pour premise? </a:t>
            </a:r>
          </a:p>
          <a:p>
            <a:pPr marL="342900" indent="-342900">
              <a:spcBef>
                <a:spcPts val="0"/>
              </a:spcBef>
              <a:buFont typeface="Arial" panose="020B0604020202020204" pitchFamily="34" charset="0"/>
              <a:buChar char="•"/>
            </a:pPr>
            <a:r>
              <a:rPr lang="en-US" sz="1800" dirty="0" err="1">
                <a:solidFill>
                  <a:schemeClr val="tx1"/>
                </a:solidFill>
              </a:rPr>
              <a:t>Pbm</a:t>
            </a:r>
            <a:r>
              <a:rPr lang="en-US" sz="1800" dirty="0">
                <a:solidFill>
                  <a:schemeClr val="tx1"/>
                </a:solidFill>
              </a:rPr>
              <a:t> de computational power pour </a:t>
            </a:r>
            <a:r>
              <a:rPr lang="en-US" sz="1800" dirty="0" err="1">
                <a:solidFill>
                  <a:schemeClr val="tx1"/>
                </a:solidFill>
              </a:rPr>
              <a:t>regiopremise</a:t>
            </a:r>
            <a:r>
              <a:rPr lang="en-US" sz="1800" dirty="0">
                <a:solidFill>
                  <a:schemeClr val="tx1"/>
                </a:solidFill>
              </a:rPr>
              <a:t> avec </a:t>
            </a:r>
            <a:r>
              <a:rPr lang="en-US" sz="1800" dirty="0" err="1">
                <a:solidFill>
                  <a:schemeClr val="tx1"/>
                </a:solidFill>
              </a:rPr>
              <a:t>bcp</a:t>
            </a:r>
            <a:r>
              <a:rPr lang="en-US" sz="1800" dirty="0">
                <a:solidFill>
                  <a:schemeClr val="tx1"/>
                </a:solidFill>
              </a:rPr>
              <a:t> </a:t>
            </a:r>
            <a:r>
              <a:rPr lang="en-US" sz="1800" dirty="0" err="1">
                <a:solidFill>
                  <a:schemeClr val="tx1"/>
                </a:solidFill>
              </a:rPr>
              <a:t>d’annees</a:t>
            </a: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a:t>
            </a:r>
            <a:r>
              <a:rPr lang="en-US" sz="1800" b="1" dirty="0" err="1">
                <a:solidFill>
                  <a:schemeClr val="tx1"/>
                </a:solidFill>
              </a:rPr>
              <a:t>Limites</a:t>
            </a:r>
            <a:endParaRPr lang="en-US" sz="1800" b="1"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Production scenarios not so good</a:t>
            </a:r>
          </a:p>
          <a:p>
            <a:pPr marL="342900" indent="-342900">
              <a:spcBef>
                <a:spcPts val="0"/>
              </a:spcBef>
              <a:buFont typeface="Arial" panose="020B0604020202020204" pitchFamily="34" charset="0"/>
              <a:buChar char="•"/>
            </a:pPr>
            <a:r>
              <a:rPr lang="en-US" sz="1800" dirty="0">
                <a:solidFill>
                  <a:schemeClr val="tx1"/>
                </a:solidFill>
              </a:rPr>
              <a:t>Grid pas </a:t>
            </a:r>
            <a:r>
              <a:rPr lang="en-US" sz="1800" dirty="0" err="1">
                <a:solidFill>
                  <a:schemeClr val="tx1"/>
                </a:solidFill>
              </a:rPr>
              <a:t>couvert</a:t>
            </a: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Hypotheses non prospectives sur le </a:t>
            </a:r>
            <a:r>
              <a:rPr lang="en-US" sz="1800" dirty="0" err="1">
                <a:solidFill>
                  <a:schemeClr val="tx1"/>
                </a:solidFill>
              </a:rPr>
              <a:t>poids</a:t>
            </a:r>
            <a:r>
              <a:rPr lang="en-US" sz="1800" dirty="0">
                <a:solidFill>
                  <a:schemeClr val="tx1"/>
                </a:solidFill>
              </a:rPr>
              <a:t>, battery capacity</a:t>
            </a:r>
          </a:p>
          <a:p>
            <a:pPr marL="342900" indent="-342900">
              <a:spcBef>
                <a:spcPts val="0"/>
              </a:spcBef>
              <a:buFont typeface="Arial" panose="020B0604020202020204" pitchFamily="34" charset="0"/>
              <a:buChar char="•"/>
            </a:pPr>
            <a:r>
              <a:rPr lang="en-US" sz="1800" dirty="0">
                <a:solidFill>
                  <a:schemeClr val="tx1"/>
                </a:solidFill>
              </a:rPr>
              <a:t>Pas </a:t>
            </a:r>
            <a:r>
              <a:rPr lang="en-US" sz="1800" dirty="0" err="1">
                <a:solidFill>
                  <a:schemeClr val="tx1"/>
                </a:solidFill>
              </a:rPr>
              <a:t>d’ameliorations</a:t>
            </a:r>
            <a:r>
              <a:rPr lang="en-US" sz="1800" dirty="0">
                <a:solidFill>
                  <a:schemeClr val="tx1"/>
                </a:solidFill>
              </a:rPr>
              <a:t> des material intensity</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3) Manque</a:t>
            </a:r>
          </a:p>
          <a:p>
            <a:pPr marL="285750" indent="-285750">
              <a:spcBef>
                <a:spcPts val="0"/>
              </a:spcBef>
              <a:buFont typeface="Arial" panose="020B0604020202020204" pitchFamily="34" charset="0"/>
              <a:buChar char="•"/>
            </a:pPr>
            <a:r>
              <a:rPr lang="en-US" sz="1800" dirty="0">
                <a:solidFill>
                  <a:schemeClr val="tx1"/>
                </a:solidFill>
              </a:rPr>
              <a:t>Scenario </a:t>
            </a:r>
            <a:r>
              <a:rPr lang="en-US" sz="1800" dirty="0" err="1">
                <a:solidFill>
                  <a:schemeClr val="tx1"/>
                </a:solidFill>
              </a:rPr>
              <a:t>d’impacts</a:t>
            </a:r>
            <a:r>
              <a:rPr lang="en-US" sz="1800" dirty="0">
                <a:solidFill>
                  <a:schemeClr val="tx1"/>
                </a:solidFill>
              </a:rPr>
              <a:t> evites avec LCIs pour </a:t>
            </a:r>
            <a:r>
              <a:rPr lang="en-US" sz="1800" dirty="0" err="1">
                <a:solidFill>
                  <a:schemeClr val="tx1"/>
                </a:solidFill>
              </a:rPr>
              <a:t>raffinage</a:t>
            </a:r>
            <a:r>
              <a:rPr lang="en-US" sz="1800" dirty="0">
                <a:solidFill>
                  <a:schemeClr val="tx1"/>
                </a:solidFill>
              </a:rPr>
              <a:t>?</a:t>
            </a:r>
          </a:p>
          <a:p>
            <a:pPr marL="0" indent="0">
              <a:spcBef>
                <a:spcPts val="0"/>
              </a:spcBef>
            </a:pPr>
            <a:endParaRPr lang="en-US" sz="1800" b="1" dirty="0">
              <a:solidFill>
                <a:schemeClr val="tx1"/>
              </a:solidFill>
            </a:endParaRPr>
          </a:p>
          <a:p>
            <a:pPr marL="0" indent="0">
              <a:spcBef>
                <a:spcPts val="0"/>
              </a:spcBef>
            </a:pPr>
            <a:endParaRPr lang="en-US" sz="1800" dirty="0">
              <a:solidFill>
                <a:schemeClr val="tx1"/>
              </a:solidFill>
            </a:endParaRPr>
          </a:p>
        </p:txBody>
      </p:sp>
      <p:sp>
        <p:nvSpPr>
          <p:cNvPr id="238" name="Google Shape;238;p13">
            <a:extLst>
              <a:ext uri="{FF2B5EF4-FFF2-40B4-BE49-F238E27FC236}">
                <a16:creationId xmlns:a16="http://schemas.microsoft.com/office/drawing/2014/main" id="{9CF93AB5-F152-4770-44B5-20E3507312D2}"/>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Discussions</a:t>
            </a:r>
            <a:endParaRPr dirty="0"/>
          </a:p>
        </p:txBody>
      </p:sp>
      <p:sp>
        <p:nvSpPr>
          <p:cNvPr id="239" name="Google Shape;239;p13">
            <a:extLst>
              <a:ext uri="{FF2B5EF4-FFF2-40B4-BE49-F238E27FC236}">
                <a16:creationId xmlns:a16="http://schemas.microsoft.com/office/drawing/2014/main" id="{93850BF8-67BB-E6B6-EDAE-7156BC0F37C2}"/>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13</a:t>
            </a:fld>
            <a:endParaRPr/>
          </a:p>
        </p:txBody>
      </p:sp>
    </p:spTree>
    <p:extLst>
      <p:ext uri="{BB962C8B-B14F-4D97-AF65-F5344CB8AC3E}">
        <p14:creationId xmlns:p14="http://schemas.microsoft.com/office/powerpoint/2010/main" val="86809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15"/>
          <p:cNvPicPr preferRelativeResize="0"/>
          <p:nvPr/>
        </p:nvPicPr>
        <p:blipFill rotWithShape="1">
          <a:blip r:embed="rId3">
            <a:alphaModFix/>
          </a:blip>
          <a:srcRect/>
          <a:stretch/>
        </p:blipFill>
        <p:spPr>
          <a:xfrm>
            <a:off x="0" y="0"/>
            <a:ext cx="12192000" cy="6857999"/>
          </a:xfrm>
          <a:prstGeom prst="rect">
            <a:avLst/>
          </a:prstGeom>
          <a:noFill/>
          <a:ln>
            <a:noFill/>
          </a:ln>
        </p:spPr>
      </p:pic>
      <p:grpSp>
        <p:nvGrpSpPr>
          <p:cNvPr id="252" name="Google Shape;252;p15"/>
          <p:cNvGrpSpPr/>
          <p:nvPr/>
        </p:nvGrpSpPr>
        <p:grpSpPr>
          <a:xfrm>
            <a:off x="702978" y="728662"/>
            <a:ext cx="10757185" cy="5400675"/>
            <a:chOff x="702978" y="728662"/>
            <a:chExt cx="10757185" cy="5400675"/>
          </a:xfrm>
        </p:grpSpPr>
        <p:pic>
          <p:nvPicPr>
            <p:cNvPr id="253" name="Google Shape;253;p15"/>
            <p:cNvPicPr preferRelativeResize="0"/>
            <p:nvPr/>
          </p:nvPicPr>
          <p:blipFill rotWithShape="1">
            <a:blip r:embed="rId4">
              <a:alphaModFix/>
            </a:blip>
            <a:srcRect/>
            <a:stretch/>
          </p:blipFill>
          <p:spPr>
            <a:xfrm rot="10800000">
              <a:off x="4247562" y="728662"/>
              <a:ext cx="7212601" cy="5400675"/>
            </a:xfrm>
            <a:prstGeom prst="rect">
              <a:avLst/>
            </a:prstGeom>
            <a:noFill/>
            <a:ln>
              <a:noFill/>
            </a:ln>
          </p:spPr>
        </p:pic>
        <p:pic>
          <p:nvPicPr>
            <p:cNvPr id="254" name="Google Shape;254;p15"/>
            <p:cNvPicPr preferRelativeResize="0"/>
            <p:nvPr/>
          </p:nvPicPr>
          <p:blipFill rotWithShape="1">
            <a:blip r:embed="rId5">
              <a:alphaModFix/>
            </a:blip>
            <a:srcRect/>
            <a:stretch/>
          </p:blipFill>
          <p:spPr>
            <a:xfrm rot="5400000">
              <a:off x="1160378" y="1231861"/>
              <a:ext cx="1300018" cy="1300018"/>
            </a:xfrm>
            <a:prstGeom prst="rect">
              <a:avLst/>
            </a:prstGeom>
            <a:noFill/>
            <a:ln>
              <a:noFill/>
            </a:ln>
          </p:spPr>
        </p:pic>
        <p:pic>
          <p:nvPicPr>
            <p:cNvPr id="255" name="Google Shape;255;p15"/>
            <p:cNvPicPr preferRelativeResize="0"/>
            <p:nvPr/>
          </p:nvPicPr>
          <p:blipFill rotWithShape="1">
            <a:blip r:embed="rId4">
              <a:alphaModFix/>
            </a:blip>
            <a:srcRect/>
            <a:stretch/>
          </p:blipFill>
          <p:spPr>
            <a:xfrm>
              <a:off x="702978" y="728662"/>
              <a:ext cx="7212601" cy="5400675"/>
            </a:xfrm>
            <a:prstGeom prst="rect">
              <a:avLst/>
            </a:prstGeom>
            <a:noFill/>
            <a:ln>
              <a:noFill/>
            </a:ln>
          </p:spPr>
        </p:pic>
      </p:grpSp>
      <p:sp>
        <p:nvSpPr>
          <p:cNvPr id="256" name="Google Shape;256;p15"/>
          <p:cNvSpPr txBox="1"/>
          <p:nvPr/>
        </p:nvSpPr>
        <p:spPr>
          <a:xfrm>
            <a:off x="1810387" y="2743273"/>
            <a:ext cx="3785103" cy="1995225"/>
          </a:xfrm>
          <a:prstGeom prst="rect">
            <a:avLst/>
          </a:prstGeom>
          <a:noFill/>
          <a:ln>
            <a:noFill/>
          </a:ln>
        </p:spPr>
        <p:txBody>
          <a:bodyPr spcFirstLastPara="1" wrap="square" lIns="0" tIns="0" rIns="0" bIns="0" anchor="t" anchorCtr="0">
            <a:noAutofit/>
          </a:bodyPr>
          <a:lstStyle/>
          <a:p>
            <a:pPr marL="0" marR="0" lvl="0" indent="0" algn="l" rtl="0">
              <a:lnSpc>
                <a:spcPct val="101111"/>
              </a:lnSpc>
              <a:spcBef>
                <a:spcPts val="0"/>
              </a:spcBef>
              <a:spcAft>
                <a:spcPts val="0"/>
              </a:spcAft>
              <a:buClr>
                <a:schemeClr val="dk1"/>
              </a:buClr>
              <a:buSzPts val="5400"/>
              <a:buFont typeface="Arial"/>
              <a:buNone/>
            </a:pPr>
            <a:r>
              <a:rPr lang="fr-FR" sz="5400" b="1" i="0" u="none" strike="noStrike" cap="none">
                <a:solidFill>
                  <a:schemeClr val="dk1"/>
                </a:solidFill>
                <a:latin typeface="Calibri"/>
                <a:ea typeface="Calibri"/>
                <a:cs typeface="Calibri"/>
                <a:sym typeface="Calibri"/>
              </a:rPr>
              <a:t>Merci!</a:t>
            </a:r>
            <a:endParaRPr/>
          </a:p>
          <a:p>
            <a:pPr marL="0" marR="0" lvl="0" indent="0" algn="l" rtl="0">
              <a:lnSpc>
                <a:spcPct val="101111"/>
              </a:lnSpc>
              <a:spcBef>
                <a:spcPts val="0"/>
              </a:spcBef>
              <a:spcAft>
                <a:spcPts val="0"/>
              </a:spcAft>
              <a:buClr>
                <a:schemeClr val="dk1"/>
              </a:buClr>
              <a:buSzPts val="5400"/>
              <a:buFont typeface="Arial"/>
              <a:buNone/>
            </a:pPr>
            <a:r>
              <a:rPr lang="fr-FR" sz="5400" b="1" i="0" u="none" strike="noStrike" cap="none">
                <a:solidFill>
                  <a:schemeClr val="dk1"/>
                </a:solidFill>
                <a:latin typeface="Calibri"/>
                <a:ea typeface="Calibri"/>
                <a:cs typeface="Calibri"/>
                <a:sym typeface="Calibri"/>
              </a:rPr>
              <a:t>Questions?</a:t>
            </a:r>
            <a:endParaRPr/>
          </a:p>
        </p:txBody>
      </p:sp>
      <p:sp>
        <p:nvSpPr>
          <p:cNvPr id="257" name="Google Shape;257;p15"/>
          <p:cNvSpPr txBox="1"/>
          <p:nvPr/>
        </p:nvSpPr>
        <p:spPr>
          <a:xfrm>
            <a:off x="1292301" y="5318362"/>
            <a:ext cx="1297854" cy="307777"/>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fr-FR" sz="2000" b="1" i="0" u="none" strike="noStrike" cap="none">
                <a:solidFill>
                  <a:schemeClr val="accent1"/>
                </a:solidFill>
                <a:latin typeface="Calibri"/>
                <a:ea typeface="Calibri"/>
                <a:cs typeface="Calibri"/>
                <a:sym typeface="Calibri"/>
              </a:rPr>
              <a:t>ciraig.org</a:t>
            </a:r>
            <a:endParaRPr sz="2000" b="1" i="0" u="none" strike="noStrike" cap="none">
              <a:solidFill>
                <a:schemeClr val="accent1"/>
              </a:solidFill>
              <a:latin typeface="Calibri"/>
              <a:ea typeface="Calibri"/>
              <a:cs typeface="Calibri"/>
              <a:sym typeface="Calibri"/>
            </a:endParaRPr>
          </a:p>
        </p:txBody>
      </p:sp>
      <p:pic>
        <p:nvPicPr>
          <p:cNvPr id="263" name="Google Shape;263;p15"/>
          <p:cNvPicPr preferRelativeResize="0"/>
          <p:nvPr/>
        </p:nvPicPr>
        <p:blipFill rotWithShape="1">
          <a:blip r:embed="rId6">
            <a:alphaModFix/>
          </a:blip>
          <a:srcRect/>
          <a:stretch/>
        </p:blipFill>
        <p:spPr>
          <a:xfrm>
            <a:off x="6338582" y="4603051"/>
            <a:ext cx="1576997" cy="651476"/>
          </a:xfrm>
          <a:prstGeom prst="rect">
            <a:avLst/>
          </a:prstGeom>
          <a:noFill/>
          <a:ln>
            <a:noFill/>
          </a:ln>
        </p:spPr>
      </p:pic>
      <p:pic>
        <p:nvPicPr>
          <p:cNvPr id="264" name="Google Shape;264;p15"/>
          <p:cNvPicPr preferRelativeResize="0"/>
          <p:nvPr/>
        </p:nvPicPr>
        <p:blipFill rotWithShape="1">
          <a:blip r:embed="rId7">
            <a:alphaModFix/>
          </a:blip>
          <a:srcRect/>
          <a:stretch/>
        </p:blipFill>
        <p:spPr>
          <a:xfrm>
            <a:off x="6338582" y="2423024"/>
            <a:ext cx="946416" cy="14319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3341</TotalTime>
  <Words>636</Words>
  <Application>Microsoft Office PowerPoint</Application>
  <PresentationFormat>Grand écran</PresentationFormat>
  <Paragraphs>104</Paragraphs>
  <Slides>14</Slides>
  <Notes>14</Notes>
  <HiddenSlides>1</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14</vt:i4>
      </vt:variant>
    </vt:vector>
  </HeadingPairs>
  <TitlesOfParts>
    <vt:vector size="20" baseType="lpstr">
      <vt:lpstr>Aptos</vt:lpstr>
      <vt:lpstr>Aptos Display</vt:lpstr>
      <vt:lpstr>Arial</vt:lpstr>
      <vt:lpstr>Calibri</vt:lpstr>
      <vt:lpstr>Office Theme</vt:lpstr>
      <vt:lpstr>Custom Design</vt:lpstr>
      <vt:lpstr>Présentation PowerPoint</vt:lpstr>
      <vt:lpstr>Method – General overview</vt:lpstr>
      <vt:lpstr>Method – General overview</vt:lpstr>
      <vt:lpstr>Method – Scenarios</vt:lpstr>
      <vt:lpstr>Results – Production scenarios</vt:lpstr>
      <vt:lpstr>Results – NZ scenario</vt:lpstr>
      <vt:lpstr>Results – NZ scenario (with iron)</vt:lpstr>
      <vt:lpstr>Results – NZ scenario (without iron)</vt:lpstr>
      <vt:lpstr>Results – Current measures vs NZ</vt:lpstr>
      <vt:lpstr>Results – Production vs Demand for selected metals</vt:lpstr>
      <vt:lpstr>Results – Production vs Demand for selected metals</vt:lpstr>
      <vt:lpstr>Results – Production vs Demand for selected metals</vt:lpstr>
      <vt:lpstr>Discussions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hossein abdeyazdan</dc:creator>
  <cp:lastModifiedBy>Marin Pellan</cp:lastModifiedBy>
  <cp:revision>22</cp:revision>
  <dcterms:created xsi:type="dcterms:W3CDTF">2025-06-09T15:10:14Z</dcterms:created>
  <dcterms:modified xsi:type="dcterms:W3CDTF">2025-11-11T19:25:11Z</dcterms:modified>
</cp:coreProperties>
</file>